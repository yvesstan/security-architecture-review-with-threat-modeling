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976" r:id="rId4"/>
  </p:sldMasterIdLst>
  <p:notesMasterIdLst>
    <p:notesMasterId r:id="rId15"/>
  </p:notesMasterIdLst>
  <p:handoutMasterIdLst>
    <p:handoutMasterId r:id="rId16"/>
  </p:handoutMasterIdLst>
  <p:sldIdLst>
    <p:sldId id="256" r:id="rId5"/>
    <p:sldId id="327" r:id="rId6"/>
    <p:sldId id="330" r:id="rId7"/>
    <p:sldId id="331" r:id="rId8"/>
    <p:sldId id="332" r:id="rId9"/>
    <p:sldId id="334" r:id="rId10"/>
    <p:sldId id="335" r:id="rId11"/>
    <p:sldId id="329" r:id="rId12"/>
    <p:sldId id="333" r:id="rId13"/>
    <p:sldId id="276" r:id="rId1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080" userDrawn="1">
          <p15:clr>
            <a:srgbClr val="A4A3A4"/>
          </p15:clr>
        </p15:guide>
        <p15:guide id="2" orient="horz" pos="1776" userDrawn="1">
          <p15:clr>
            <a:srgbClr val="A4A3A4"/>
          </p15:clr>
        </p15:guide>
        <p15:guide id="4" orient="horz" pos="3240" userDrawn="1">
          <p15:clr>
            <a:srgbClr val="A4A3A4"/>
          </p15:clr>
        </p15:guide>
        <p15:guide id="5" pos="3840">
          <p15:clr>
            <a:srgbClr val="A4A3A4"/>
          </p15:clr>
        </p15:guide>
        <p15:guide id="6" pos="5664" userDrawn="1">
          <p15:clr>
            <a:srgbClr val="A4A3A4"/>
          </p15:clr>
        </p15:guide>
        <p15:guide id="7" pos="1536" userDrawn="1">
          <p15:clr>
            <a:srgbClr val="A4A3A4"/>
          </p15:clr>
        </p15:guide>
        <p15:guide id="8" orient="horz" pos="72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4" name="Author" initials="A" lastIdx="19" clrIdx="3"/>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73921"/>
    <a:srgbClr val="BF8641"/>
    <a:srgbClr val="D98D30"/>
    <a:srgbClr val="BF673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67" d="100"/>
          <a:sy n="67" d="100"/>
        </p:scale>
        <p:origin x="644" y="56"/>
      </p:cViewPr>
      <p:guideLst>
        <p:guide orient="horz" pos="1080"/>
        <p:guide orient="horz" pos="1776"/>
        <p:guide orient="horz" pos="3240"/>
        <p:guide pos="3840"/>
        <p:guide pos="5664"/>
        <p:guide pos="1536"/>
        <p:guide orient="horz" pos="720"/>
      </p:guideLst>
    </p:cSldViewPr>
  </p:slideViewPr>
  <p:notesTextViewPr>
    <p:cViewPr>
      <p:scale>
        <a:sx n="1" d="1"/>
        <a:sy n="1" d="1"/>
      </p:scale>
      <p:origin x="0" y="0"/>
    </p:cViewPr>
  </p:notesTextViewPr>
  <p:sorterViewPr>
    <p:cViewPr>
      <p:scale>
        <a:sx n="1" d="1"/>
        <a:sy n="1" d="1"/>
      </p:scale>
      <p:origin x="0" y="-1071"/>
    </p:cViewPr>
  </p:sorterViewPr>
  <p:notesViewPr>
    <p:cSldViewPr snapToGrid="0">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presProps" Target="presProps.xml"/><Relationship Id="rId3" Type="http://schemas.openxmlformats.org/officeDocument/2006/relationships/customXml" Target="../customXml/item3.xml"/><Relationship Id="rId21" Type="http://schemas.openxmlformats.org/officeDocument/2006/relationships/tableStyles" Target="tableStyle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commentAuthors" Target="commentAuthors.xml"/><Relationship Id="rId2" Type="http://schemas.openxmlformats.org/officeDocument/2006/relationships/customXml" Target="../customXml/item2.xml"/><Relationship Id="rId16" Type="http://schemas.openxmlformats.org/officeDocument/2006/relationships/handoutMaster" Target="handoutMasters/handoutMaster1.xml"/><Relationship Id="rId20"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notesMaster" Target="notesMasters/notesMaster1.xml"/><Relationship Id="rId10" Type="http://schemas.openxmlformats.org/officeDocument/2006/relationships/slide" Target="slides/slide6.xml"/><Relationship Id="rId19"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microsoft.com/office/2018/10/relationships/authors" Target="authors.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FR"/>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2200" b="1" i="0" u="none" strike="noStrike" kern="1200" baseline="0">
              <a:solidFill>
                <a:schemeClr val="dk1">
                  <a:lumMod val="75000"/>
                  <a:lumOff val="2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Sheet1!$B$1</c:f>
              <c:strCache>
                <c:ptCount val="1"/>
                <c:pt idx="0">
                  <c:v>Sales</c:v>
                </c:pt>
              </c:strCache>
            </c:strRef>
          </c:tx>
          <c:spPr>
            <a:solidFill>
              <a:schemeClr val="accent1"/>
            </a:solidFill>
            <a:ln>
              <a:noFill/>
            </a:ln>
            <a:effectLst>
              <a:outerShdw blurRad="254000" sx="102000" sy="102000" algn="ctr" rotWithShape="0">
                <a:prstClr val="black">
                  <a:alpha val="20000"/>
                </a:prstClr>
              </a:outerShdw>
            </a:effectLst>
          </c:spPr>
          <c:invertIfNegative val="0"/>
          <c:dLbls>
            <c:spPr>
              <a:pattFill prst="pct75">
                <a:fgClr>
                  <a:schemeClr val="dk1">
                    <a:lumMod val="75000"/>
                    <a:lumOff val="25000"/>
                  </a:schemeClr>
                </a:fgClr>
                <a:bgClr>
                  <a:schemeClr val="dk1">
                    <a:lumMod val="65000"/>
                    <a:lumOff val="35000"/>
                  </a:schemeClr>
                </a:bgClr>
              </a:pattFill>
              <a:ln>
                <a:noFill/>
              </a:ln>
              <a:effectLst>
                <a:outerShdw blurRad="50800" dist="38100" dir="2700000" algn="tl" rotWithShape="0">
                  <a:prstClr val="black">
                    <a:alpha val="40000"/>
                  </a:prstClr>
                </a:outerShdw>
              </a:effectLst>
            </c:spPr>
            <c:txPr>
              <a:bodyPr rot="0" spcFirstLastPara="1" vertOverflow="ellipsis" vert="horz" wrap="square" lIns="38100" tIns="19050" rIns="38100" bIns="19050" anchor="ctr" anchorCtr="1">
                <a:spAutoFit/>
              </a:bodyPr>
              <a:lstStyle/>
              <a:p>
                <a:pPr>
                  <a:defRPr sz="1330" b="1" i="0" u="none" strike="noStrike" kern="1200" baseline="0">
                    <a:solidFill>
                      <a:schemeClr val="lt1"/>
                    </a:solidFill>
                    <a:latin typeface="+mn-lt"/>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dk1">
                          <a:lumMod val="50000"/>
                          <a:lumOff val="50000"/>
                        </a:schemeClr>
                      </a:solidFill>
                    </a:ln>
                    <a:effectLst/>
                  </c:spPr>
                </c15:leaderLines>
              </c:ext>
            </c:extLst>
          </c:dLbls>
          <c:cat>
            <c:strRef>
              <c:f>Sheet1!$A$2:$A$7</c:f>
              <c:strCache>
                <c:ptCount val="6"/>
                <c:pt idx="0">
                  <c:v>Spoofing</c:v>
                </c:pt>
                <c:pt idx="1">
                  <c:v>Tampering</c:v>
                </c:pt>
                <c:pt idx="2">
                  <c:v>Repudiation</c:v>
                </c:pt>
                <c:pt idx="3">
                  <c:v>Information Disclosure</c:v>
                </c:pt>
                <c:pt idx="4">
                  <c:v>Denial of Service</c:v>
                </c:pt>
                <c:pt idx="5">
                  <c:v>Elevation of Privilege</c:v>
                </c:pt>
              </c:strCache>
            </c:strRef>
          </c:cat>
          <c:val>
            <c:numRef>
              <c:f>Sheet1!$B$2:$B$7</c:f>
              <c:numCache>
                <c:formatCode>General</c:formatCode>
                <c:ptCount val="6"/>
                <c:pt idx="0">
                  <c:v>2</c:v>
                </c:pt>
                <c:pt idx="1">
                  <c:v>1</c:v>
                </c:pt>
                <c:pt idx="2">
                  <c:v>2</c:v>
                </c:pt>
                <c:pt idx="3">
                  <c:v>3</c:v>
                </c:pt>
                <c:pt idx="4">
                  <c:v>4</c:v>
                </c:pt>
                <c:pt idx="5">
                  <c:v>2</c:v>
                </c:pt>
              </c:numCache>
            </c:numRef>
          </c:val>
          <c:extLst>
            <c:ext xmlns:c16="http://schemas.microsoft.com/office/drawing/2014/chart" uri="{C3380CC4-5D6E-409C-BE32-E72D297353CC}">
              <c16:uniqueId val="{00000000-54C4-4520-A73E-25A8CD3288AB}"/>
            </c:ext>
          </c:extLst>
        </c:ser>
        <c:dLbls>
          <c:showLegendKey val="0"/>
          <c:showVal val="0"/>
          <c:showCatName val="0"/>
          <c:showSerName val="0"/>
          <c:showPercent val="0"/>
          <c:showBubbleSize val="0"/>
        </c:dLbls>
        <c:gapWidth val="150"/>
        <c:axId val="769554768"/>
        <c:axId val="1888619456"/>
      </c:barChart>
      <c:catAx>
        <c:axId val="769554768"/>
        <c:scaling>
          <c:orientation val="minMax"/>
        </c:scaling>
        <c:delete val="0"/>
        <c:axPos val="b"/>
        <c:numFmt formatCode="General" sourceLinked="1"/>
        <c:majorTickMark val="out"/>
        <c:minorTickMark val="none"/>
        <c:tickLblPos val="nextTo"/>
        <c:spPr>
          <a:noFill/>
          <a:ln w="19050" cap="flat" cmpd="sng" algn="ctr">
            <a:solidFill>
              <a:schemeClr val="dk1">
                <a:lumMod val="75000"/>
                <a:lumOff val="25000"/>
              </a:schemeClr>
            </a:solidFill>
            <a:round/>
          </a:ln>
          <a:effectLst/>
        </c:spPr>
        <c:txPr>
          <a:bodyPr rot="-60000000" spcFirstLastPara="1" vertOverflow="ellipsis" vert="horz" wrap="square" anchor="ctr" anchorCtr="1"/>
          <a:lstStyle/>
          <a:p>
            <a:pPr>
              <a:defRPr sz="1197" b="0" i="0" u="none" strike="noStrike" kern="1200" cap="all" baseline="0">
                <a:solidFill>
                  <a:schemeClr val="dk1">
                    <a:lumMod val="75000"/>
                    <a:lumOff val="25000"/>
                  </a:schemeClr>
                </a:solidFill>
                <a:latin typeface="+mn-lt"/>
                <a:ea typeface="+mn-ea"/>
                <a:cs typeface="+mn-cs"/>
              </a:defRPr>
            </a:pPr>
            <a:endParaRPr lang="en-US"/>
          </a:p>
        </c:txPr>
        <c:crossAx val="1888619456"/>
        <c:crosses val="autoZero"/>
        <c:auto val="1"/>
        <c:lblAlgn val="ctr"/>
        <c:lblOffset val="100"/>
        <c:noMultiLvlLbl val="0"/>
      </c:catAx>
      <c:valAx>
        <c:axId val="1888619456"/>
        <c:scaling>
          <c:orientation val="minMax"/>
        </c:scaling>
        <c:delete val="0"/>
        <c:axPos val="l"/>
        <c:majorGridlines>
          <c:spPr>
            <a:ln w="9525" cap="flat" cmpd="sng" algn="ctr">
              <a:gradFill>
                <a:gsLst>
                  <a:gs pos="100000">
                    <a:schemeClr val="dk1">
                      <a:lumMod val="95000"/>
                      <a:lumOff val="5000"/>
                      <a:alpha val="42000"/>
                    </a:schemeClr>
                  </a:gs>
                  <a:gs pos="0">
                    <a:schemeClr val="lt1">
                      <a:lumMod val="75000"/>
                      <a:alpha val="36000"/>
                    </a:schemeClr>
                  </a:gs>
                </a:gsLst>
                <a:lin ang="5400000" scaled="0"/>
              </a:gradFill>
              <a:round/>
            </a:ln>
            <a:effectLst/>
          </c:spPr>
        </c:majorGridlines>
        <c:numFmt formatCode="General" sourceLinked="1"/>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dk1">
                    <a:lumMod val="75000"/>
                    <a:lumOff val="25000"/>
                  </a:schemeClr>
                </a:solidFill>
                <a:latin typeface="+mn-lt"/>
                <a:ea typeface="+mn-ea"/>
                <a:cs typeface="+mn-cs"/>
              </a:defRPr>
            </a:pPr>
            <a:endParaRPr lang="en-US"/>
          </a:p>
        </c:txPr>
        <c:crossAx val="769554768"/>
        <c:crosses val="autoZero"/>
        <c:crossBetween val="between"/>
      </c:valAx>
      <c:spPr>
        <a:noFill/>
        <a:ln>
          <a:noFill/>
        </a:ln>
        <a:effectLst/>
      </c:spPr>
    </c:plotArea>
    <c:legend>
      <c:legendPos val="r"/>
      <c:overlay val="0"/>
      <c:spPr>
        <a:solidFill>
          <a:schemeClr val="lt1">
            <a:lumMod val="95000"/>
            <a:alpha val="39000"/>
          </a:schemeClr>
        </a:solidFill>
        <a:ln>
          <a:noFill/>
        </a:ln>
        <a:effectLst/>
      </c:spPr>
      <c:txPr>
        <a:bodyPr rot="0" spcFirstLastPara="1" vertOverflow="ellipsis" vert="horz" wrap="square" anchor="ctr" anchorCtr="1"/>
        <a:lstStyle/>
        <a:p>
          <a:pPr>
            <a:defRPr sz="1197" b="0" i="0" u="none" strike="noStrike" kern="1200" baseline="0">
              <a:solidFill>
                <a:schemeClr val="dk1">
                  <a:lumMod val="75000"/>
                  <a:lumOff val="2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gradFill flip="none" rotWithShape="1">
      <a:gsLst>
        <a:gs pos="0">
          <a:schemeClr val="lt1"/>
        </a:gs>
        <a:gs pos="39000">
          <a:schemeClr val="lt1"/>
        </a:gs>
        <a:gs pos="100000">
          <a:schemeClr val="lt1">
            <a:lumMod val="75000"/>
          </a:schemeClr>
        </a:gs>
      </a:gsLst>
      <a:path path="circle">
        <a:fillToRect l="50000" t="-80000" r="50000" b="180000"/>
      </a:path>
      <a:tileRect/>
    </a:gradFill>
    <a:ln w="9525" cap="flat" cmpd="sng" algn="ctr">
      <a:solidFill>
        <a:schemeClr val="dk1">
          <a:lumMod val="25000"/>
          <a:lumOff val="75000"/>
        </a:schemeClr>
      </a:solidFill>
      <a:round/>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3">
  <cs:axisTitle>
    <cs:lnRef idx="0"/>
    <cs:fillRef idx="0"/>
    <cs:effectRef idx="0"/>
    <cs:fontRef idx="minor">
      <a:schemeClr val="dk1">
        <a:lumMod val="75000"/>
        <a:lumOff val="25000"/>
      </a:schemeClr>
    </cs:fontRef>
    <cs:defRPr sz="1197" b="1" kern="1200"/>
  </cs:axisTitle>
  <cs:categoryAxis>
    <cs:lnRef idx="0"/>
    <cs:fillRef idx="0"/>
    <cs:effectRef idx="0"/>
    <cs:fontRef idx="minor">
      <a:schemeClr val="dk1">
        <a:lumMod val="75000"/>
        <a:lumOff val="25000"/>
      </a:schemeClr>
    </cs:fontRef>
    <cs:spPr>
      <a:ln w="19050" cap="flat" cmpd="sng" algn="ctr">
        <a:solidFill>
          <a:schemeClr val="dk1">
            <a:lumMod val="75000"/>
            <a:lumOff val="25000"/>
          </a:schemeClr>
        </a:solidFill>
        <a:round/>
      </a:ln>
    </cs:spPr>
    <cs:defRPr sz="1197" kern="1200" cap="all" baseline="0"/>
  </cs:categoryAxis>
  <cs:chartArea>
    <cs:lnRef idx="0"/>
    <cs:fillRef idx="0"/>
    <cs:effectRef idx="0"/>
    <cs:fontRef idx="minor">
      <a:schemeClr val="dk1"/>
    </cs:fontRef>
    <cs:spPr>
      <a:gradFill flip="none" rotWithShape="1">
        <a:gsLst>
          <a:gs pos="0">
            <a:schemeClr val="lt1"/>
          </a:gs>
          <a:gs pos="39000">
            <a:schemeClr val="lt1"/>
          </a:gs>
          <a:gs pos="100000">
            <a:schemeClr val="lt1">
              <a:lumMod val="75000"/>
            </a:schemeClr>
          </a:gs>
        </a:gsLst>
        <a:path path="circle">
          <a:fillToRect l="50000" t="-80000" r="50000" b="180000"/>
        </a:path>
        <a:tileRect/>
      </a:gradFill>
      <a:ln w="9525" cap="flat" cmpd="sng" algn="ctr">
        <a:solidFill>
          <a:schemeClr val="dk1">
            <a:lumMod val="25000"/>
            <a:lumOff val="75000"/>
          </a:schemeClr>
        </a:solidFill>
        <a:round/>
      </a:ln>
    </cs:spPr>
    <cs:defRPr sz="1197" kern="1200"/>
  </cs:chartArea>
  <cs:dataLabel>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330" b="1" i="0" u="none" strike="noStrike" kern="1200" baseline="0"/>
  </cs:dataLabel>
  <cs:dataLabelCallout>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330" b="1" i="0" u="none" strike="noStrike" kern="1200" baseline="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
  <cs:dataPoint3D>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3D>
  <cs:dataPointLine>
    <cs:lnRef idx="0">
      <cs:styleClr val="auto"/>
    </cs:lnRef>
    <cs:fillRef idx="0"/>
    <cs:effectRef idx="0"/>
    <cs:fontRef idx="minor">
      <a:schemeClr val="dk1"/>
    </cs:fontRef>
    <cs:spPr>
      <a:ln w="31750" cap="rnd">
        <a:solidFill>
          <a:schemeClr val="phClr">
            <a:alpha val="85000"/>
          </a:schemeClr>
        </a:solidFill>
        <a:round/>
      </a:ln>
    </cs:spPr>
  </cs:dataPointLine>
  <cs:dataPointMarker>
    <cs:lnRef idx="0"/>
    <cs:fillRef idx="0">
      <cs:styleClr val="auto"/>
    </cs:fillRef>
    <cs:effectRef idx="0"/>
    <cs:fontRef idx="minor">
      <a:schemeClr val="dk1"/>
    </cs:fontRef>
    <cs:spPr>
      <a:solidFill>
        <a:schemeClr val="phClr">
          <a:alpha val="85000"/>
        </a:schemeClr>
      </a:solidFill>
    </cs:spPr>
  </cs:dataPointMarker>
  <cs:dataPointMarkerLayout symbol="circle"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dk1">
        <a:lumMod val="75000"/>
        <a:lumOff val="25000"/>
      </a:schemeClr>
    </cs:fontRef>
    <cs:spPr>
      <a:ln w="9525">
        <a:solidFill>
          <a:schemeClr val="dk1">
            <a:lumMod val="35000"/>
            <a:lumOff val="65000"/>
          </a:schemeClr>
        </a:solidFill>
      </a:ln>
    </cs:spPr>
    <cs:defRPr sz="1197" kern="1200"/>
  </cs:dataTable>
  <cs:downBar>
    <cs:lnRef idx="0"/>
    <cs:fillRef idx="0"/>
    <cs:effectRef idx="0"/>
    <cs:fontRef idx="minor">
      <a:schemeClr val="dk1"/>
    </cs:fontRef>
    <cs:spPr>
      <a:solidFill>
        <a:schemeClr val="dk1">
          <a:lumMod val="50000"/>
          <a:lumOff val="50000"/>
        </a:schemeClr>
      </a:solidFill>
      <a:ln w="9525">
        <a:solidFill>
          <a:schemeClr val="dk1">
            <a:lumMod val="65000"/>
            <a:lumOff val="35000"/>
          </a:schemeClr>
        </a:solidFill>
      </a:ln>
    </cs:spPr>
  </cs:downBar>
  <cs:dropLine>
    <cs:lnRef idx="0"/>
    <cs:fillRef idx="0"/>
    <cs:effectRef idx="0"/>
    <cs:fontRef idx="minor">
      <a:schemeClr val="dk1"/>
    </cs:fontRef>
    <cs:spPr>
      <a:ln w="9525">
        <a:solidFill>
          <a:schemeClr val="dk1">
            <a:lumMod val="35000"/>
            <a:lumOff val="65000"/>
          </a:schemeClr>
        </a:solidFill>
        <a:prstDash val="dash"/>
      </a:ln>
    </cs:spPr>
  </cs:dropLine>
  <cs:errorBar>
    <cs:lnRef idx="0"/>
    <cs:fillRef idx="0"/>
    <cs:effectRef idx="0"/>
    <cs:fontRef idx="minor">
      <a:schemeClr val="dk1"/>
    </cs:fontRef>
    <cs:spPr>
      <a:ln w="9525">
        <a:solidFill>
          <a:schemeClr val="dk1">
            <a:lumMod val="65000"/>
            <a:lumOff val="35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gradFill>
          <a:gsLst>
            <a:gs pos="100000">
              <a:schemeClr val="dk1">
                <a:lumMod val="95000"/>
                <a:lumOff val="5000"/>
                <a:alpha val="42000"/>
              </a:schemeClr>
            </a:gs>
            <a:gs pos="0">
              <a:schemeClr val="lt1">
                <a:lumMod val="75000"/>
                <a:alpha val="36000"/>
              </a:schemeClr>
            </a:gs>
          </a:gsLst>
          <a:lin ang="5400000" scaled="0"/>
        </a:gradFill>
        <a:round/>
      </a:ln>
    </cs:spPr>
  </cs:gridlineMajor>
  <cs:gridlineMinor>
    <cs:lnRef idx="0"/>
    <cs:fillRef idx="0"/>
    <cs:effectRef idx="0"/>
    <cs:fontRef idx="minor">
      <a:schemeClr val="dk1"/>
    </cs:fontRef>
    <cs:spPr>
      <a:ln>
        <a:gradFill>
          <a:gsLst>
            <a:gs pos="100000">
              <a:schemeClr val="dk1">
                <a:lumMod val="95000"/>
                <a:lumOff val="5000"/>
                <a:alpha val="42000"/>
              </a:schemeClr>
            </a:gs>
            <a:gs pos="0">
              <a:schemeClr val="lt1">
                <a:lumMod val="75000"/>
                <a:alpha val="36000"/>
              </a:schemeClr>
            </a:gs>
          </a:gsLst>
          <a:lin ang="5400000" scaled="0"/>
        </a:gradFill>
      </a:ln>
    </cs:spPr>
  </cs:gridlineMinor>
  <cs:hiLoLine>
    <cs:lnRef idx="0"/>
    <cs:fillRef idx="0"/>
    <cs:effectRef idx="0"/>
    <cs:fontRef idx="minor">
      <a:schemeClr val="dk1"/>
    </cs:fontRef>
    <cs:spPr>
      <a:ln w="9525">
        <a:solidFill>
          <a:schemeClr val="dk1">
            <a:lumMod val="35000"/>
            <a:lumOff val="65000"/>
          </a:schemeClr>
        </a:solidFill>
        <a:prstDash val="dash"/>
      </a:ln>
    </cs:spPr>
  </cs:hiLoLine>
  <cs:leaderLine>
    <cs:lnRef idx="0"/>
    <cs:fillRef idx="0"/>
    <cs:effectRef idx="0"/>
    <cs:fontRef idx="minor">
      <a:schemeClr val="dk1"/>
    </cs:fontRef>
    <cs:spPr>
      <a:ln w="9525">
        <a:solidFill>
          <a:schemeClr val="dk1">
            <a:lumMod val="50000"/>
            <a:lumOff val="50000"/>
          </a:schemeClr>
        </a:solidFill>
      </a:ln>
    </cs:spPr>
  </cs:leaderLine>
  <cs:legend>
    <cs:lnRef idx="0"/>
    <cs:fillRef idx="0"/>
    <cs:effectRef idx="0"/>
    <cs:fontRef idx="minor">
      <a:schemeClr val="dk1">
        <a:lumMod val="75000"/>
        <a:lumOff val="25000"/>
      </a:schemeClr>
    </cs:fontRef>
    <cs:spPr>
      <a:solidFill>
        <a:schemeClr val="lt1">
          <a:lumMod val="95000"/>
          <a:alpha val="39000"/>
        </a:schemeClr>
      </a:solidFill>
    </cs:spPr>
    <cs:defRPr sz="1197"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dk1">
        <a:lumMod val="75000"/>
        <a:lumOff val="25000"/>
      </a:schemeClr>
    </cs:fontRef>
    <cs:spPr>
      <a:ln w="31750" cap="flat" cmpd="sng" algn="ctr">
        <a:solidFill>
          <a:schemeClr val="dk1">
            <a:lumMod val="75000"/>
            <a:lumOff val="25000"/>
          </a:schemeClr>
        </a:solidFill>
        <a:round/>
      </a:ln>
    </cs:spPr>
    <cs:defRPr sz="1197" kern="1200"/>
  </cs:seriesAxis>
  <cs:seriesLine>
    <cs:lnRef idx="0"/>
    <cs:fillRef idx="0"/>
    <cs:effectRef idx="0"/>
    <cs:fontRef idx="minor">
      <a:schemeClr val="dk1"/>
    </cs:fontRef>
    <cs:spPr>
      <a:ln w="9525">
        <a:solidFill>
          <a:schemeClr val="dk1">
            <a:lumMod val="50000"/>
            <a:lumOff val="50000"/>
          </a:schemeClr>
        </a:solidFill>
        <a:round/>
      </a:ln>
    </cs:spPr>
  </cs:seriesLine>
  <cs:title>
    <cs:lnRef idx="0"/>
    <cs:fillRef idx="0"/>
    <cs:effectRef idx="0"/>
    <cs:fontRef idx="minor">
      <a:schemeClr val="dk1">
        <a:lumMod val="75000"/>
        <a:lumOff val="25000"/>
      </a:schemeClr>
    </cs:fontRef>
    <cs:defRPr sz="2200" b="1" kern="1200" baseline="0"/>
  </cs:title>
  <cs:trendline>
    <cs:lnRef idx="0">
      <cs:styleClr val="auto"/>
    </cs:lnRef>
    <cs:fillRef idx="0"/>
    <cs:effectRef idx="0"/>
    <cs:fontRef idx="minor">
      <a:schemeClr val="dk1"/>
    </cs:fontRef>
    <cs:spPr>
      <a:ln w="19050" cap="rnd">
        <a:solidFill>
          <a:schemeClr val="phClr"/>
        </a:solidFill>
      </a:ln>
    </cs:spPr>
  </cs:trendline>
  <cs:trendlineLabel>
    <cs:lnRef idx="0"/>
    <cs:fillRef idx="0"/>
    <cs:effectRef idx="0"/>
    <cs:fontRef idx="minor">
      <a:schemeClr val="dk1">
        <a:lumMod val="75000"/>
        <a:lumOff val="25000"/>
      </a:schemeClr>
    </cs:fontRef>
    <cs:defRPr sz="1197" kern="1200"/>
  </cs:trendlineLabel>
  <cs:upBar>
    <cs:lnRef idx="0"/>
    <cs:fillRef idx="0"/>
    <cs:effectRef idx="0"/>
    <cs:fontRef idx="minor">
      <a:schemeClr val="dk1"/>
    </cs:fontRef>
    <cs:spPr>
      <a:solidFill>
        <a:schemeClr val="lt1"/>
      </a:solidFill>
      <a:ln w="9525">
        <a:solidFill>
          <a:schemeClr val="dk1">
            <a:lumMod val="65000"/>
            <a:lumOff val="35000"/>
          </a:schemeClr>
        </a:solidFill>
      </a:ln>
    </cs:spPr>
  </cs:upBar>
  <cs:valueAxis>
    <cs:lnRef idx="0"/>
    <cs:fillRef idx="0"/>
    <cs:effectRef idx="0"/>
    <cs:fontRef idx="minor">
      <a:schemeClr val="dk1">
        <a:lumMod val="75000"/>
        <a:lumOff val="25000"/>
      </a:schemeClr>
    </cs:fontRef>
    <cs:spPr>
      <a:ln>
        <a:noFill/>
      </a:ln>
    </cs:spPr>
    <cs:defRPr sz="1197" kern="1200"/>
  </cs:valueAxis>
  <cs:wall>
    <cs:lnRef idx="0"/>
    <cs:fillRef idx="0"/>
    <cs:effectRef idx="0"/>
    <cs:fontRef idx="minor">
      <a:schemeClr val="dk1"/>
    </cs:fontRef>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EEBDD37D-224E-4A2E-8417-8C17D4A5C8D7}"/>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EEB1C7EA-584A-4063-BBF8-F1D297349795}"/>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6CE17B7C-60D9-405F-8753-390BD5F55D7A}" type="datetimeFigureOut">
              <a:rPr lang="en-US" smtClean="0"/>
              <a:t>2/3/2026</a:t>
            </a:fld>
            <a:endParaRPr lang="en-US" dirty="0"/>
          </a:p>
        </p:txBody>
      </p:sp>
      <p:sp>
        <p:nvSpPr>
          <p:cNvPr id="4" name="Footer Placeholder 3">
            <a:extLst>
              <a:ext uri="{FF2B5EF4-FFF2-40B4-BE49-F238E27FC236}">
                <a16:creationId xmlns:a16="http://schemas.microsoft.com/office/drawing/2014/main" id="{E22F4596-F6B6-4D9D-B156-71CCDAE4E8C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FE234F26-69E4-4D77-8646-C93DD1E0AC42}"/>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3768A390-5D0E-4E62-98EC-976C3766C450}" type="slidenum">
              <a:rPr lang="en-US" smtClean="0"/>
              <a:t>‹N°›</a:t>
            </a:fld>
            <a:endParaRPr lang="en-US" dirty="0"/>
          </a:p>
        </p:txBody>
      </p:sp>
    </p:spTree>
    <p:extLst>
      <p:ext uri="{BB962C8B-B14F-4D97-AF65-F5344CB8AC3E}">
        <p14:creationId xmlns:p14="http://schemas.microsoft.com/office/powerpoint/2010/main" val="234227458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1B3ADA9-1F11-4760-8ADD-071EFA0A529A}" type="datetimeFigureOut">
              <a:rPr lang="en-US" smtClean="0"/>
              <a:t>2/3/2026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B3784F3-2271-4F8D-A0BC-8F40E6849FE5}" type="slidenum">
              <a:rPr lang="en-US" smtClean="0"/>
              <a:t>‹N°›</a:t>
            </a:fld>
            <a:endParaRPr lang="en-US" dirty="0"/>
          </a:p>
        </p:txBody>
      </p:sp>
    </p:spTree>
    <p:extLst>
      <p:ext uri="{BB962C8B-B14F-4D97-AF65-F5344CB8AC3E}">
        <p14:creationId xmlns:p14="http://schemas.microsoft.com/office/powerpoint/2010/main" val="13412453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10" name="Rectangle 9"/>
          <p:cNvSpPr/>
          <p:nvPr/>
        </p:nvSpPr>
        <p:spPr>
          <a:xfrm>
            <a:off x="0" y="0"/>
            <a:ext cx="12192000" cy="4572001"/>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Oval 5"/>
          <p:cNvSpPr/>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457200" y="4960137"/>
            <a:ext cx="7772400" cy="1463040"/>
          </a:xfrm>
        </p:spPr>
        <p:txBody>
          <a:bodyPr anchor="ctr">
            <a:normAutofit/>
          </a:bodyPr>
          <a:lstStyle>
            <a:lvl1pPr algn="r">
              <a:defRPr sz="5000" spc="200" baseline="0"/>
            </a:lvl1pPr>
          </a:lstStyle>
          <a:p>
            <a:r>
              <a:rPr lang="en-US"/>
              <a:t>Click to edit Master title style</a:t>
            </a:r>
            <a:endParaRPr lang="en-US" dirty="0"/>
          </a:p>
        </p:txBody>
      </p:sp>
      <p:sp>
        <p:nvSpPr>
          <p:cNvPr id="3" name="Subtitle 2"/>
          <p:cNvSpPr>
            <a:spLocks noGrp="1"/>
          </p:cNvSpPr>
          <p:nvPr>
            <p:ph type="subTitle" idx="1"/>
          </p:nvPr>
        </p:nvSpPr>
        <p:spPr>
          <a:xfrm>
            <a:off x="8610600" y="4960137"/>
            <a:ext cx="3200400" cy="1463040"/>
          </a:xfrm>
        </p:spPr>
        <p:txBody>
          <a:bodyPr lIns="91440" rIns="91440" anchor="ctr">
            <a:normAutofit/>
          </a:bodyPr>
          <a:lstStyle>
            <a:lvl1pPr marL="0" indent="0" algn="l">
              <a:lnSpc>
                <a:spcPct val="100000"/>
              </a:lnSpc>
              <a:spcBef>
                <a:spcPts val="0"/>
              </a:spcBef>
              <a:buNone/>
              <a:defRPr sz="1800">
                <a:solidFill>
                  <a:schemeClr val="tx1">
                    <a:lumMod val="95000"/>
                    <a:lumOff val="5000"/>
                  </a:schemeClr>
                </a:solidFill>
              </a:defRPr>
            </a:lvl1pPr>
            <a:lvl2pPr marL="457200" indent="0" algn="ctr">
              <a:buNone/>
              <a:defRPr sz="1800"/>
            </a:lvl2pPr>
            <a:lvl3pPr marL="914400" indent="0" algn="ctr">
              <a:buNone/>
              <a:defRPr sz="1800"/>
            </a:lvl3pPr>
            <a:lvl4pPr marL="1371600" indent="0" algn="ctr">
              <a:buNone/>
              <a:defRPr sz="1800"/>
            </a:lvl4pPr>
            <a:lvl5pPr marL="1828800" indent="0" algn="ctr">
              <a:buNone/>
              <a:defRPr sz="1800"/>
            </a:lvl5pPr>
            <a:lvl6pPr marL="2286000" indent="0" algn="ctr">
              <a:buNone/>
              <a:defRPr sz="1800"/>
            </a:lvl6pPr>
            <a:lvl7pPr marL="2743200" indent="0" algn="ctr">
              <a:buNone/>
              <a:defRPr sz="1800"/>
            </a:lvl7pPr>
            <a:lvl8pPr marL="3200400" indent="0" algn="ctr">
              <a:buNone/>
              <a:defRPr sz="1800"/>
            </a:lvl8pPr>
            <a:lvl9pPr marL="3657600" indent="0" algn="ctr">
              <a:buNone/>
              <a:defRPr sz="18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lgn="l">
              <a:defRPr/>
            </a:lvl1pPr>
          </a:lstStyle>
          <a:p>
            <a:r>
              <a:rPr lang="en-US"/>
              <a:t>20XX</a:t>
            </a:r>
            <a:endParaRPr lang="en-US" dirty="0"/>
          </a:p>
        </p:txBody>
      </p:sp>
      <p:sp>
        <p:nvSpPr>
          <p:cNvPr id="5" name="Footer Placeholder 4"/>
          <p:cNvSpPr>
            <a:spLocks noGrp="1"/>
          </p:cNvSpPr>
          <p:nvPr>
            <p:ph type="ftr" sz="quarter" idx="11"/>
          </p:nvPr>
        </p:nvSpPr>
        <p:spPr/>
        <p:txBody>
          <a:bodyPr/>
          <a:lstStyle/>
          <a:p>
            <a:r>
              <a:rPr lang="en-US"/>
              <a:t>CONFERENCE PRESENTATION</a:t>
            </a:r>
            <a:endParaRPr lang="en-US" dirty="0"/>
          </a:p>
        </p:txBody>
      </p:sp>
      <p:sp>
        <p:nvSpPr>
          <p:cNvPr id="6" name="Slide Number Placeholder 5"/>
          <p:cNvSpPr>
            <a:spLocks noGrp="1"/>
          </p:cNvSpPr>
          <p:nvPr>
            <p:ph type="sldNum" sz="quarter" idx="12"/>
          </p:nvPr>
        </p:nvSpPr>
        <p:spPr/>
        <p:txBody>
          <a:bodyPr/>
          <a:lstStyle/>
          <a:p>
            <a:fld id="{B5CEABB6-07DC-46E8-9B57-56EC44A396E5}" type="slidenum">
              <a:rPr lang="en-US" smtClean="0"/>
              <a:pPr/>
              <a:t>‹N°›</a:t>
            </a:fld>
            <a:endParaRPr lang="en-US" dirty="0"/>
          </a:p>
        </p:txBody>
      </p:sp>
      <p:cxnSp>
        <p:nvCxnSpPr>
          <p:cNvPr id="8" name="Straight Connector 7"/>
          <p:cNvCxnSpPr/>
          <p:nvPr/>
        </p:nvCxnSpPr>
        <p:spPr>
          <a:xfrm flipV="1">
            <a:off x="8386843" y="5264106"/>
            <a:ext cx="0" cy="91440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66957547"/>
      </p:ext>
    </p:extLst>
  </p:cSld>
  <p:clrMapOvr>
    <a:masterClrMapping/>
  </p:clrMapOvr>
  <p:hf hdr="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r>
              <a:rPr lang="en-US"/>
              <a:t>20XX</a:t>
            </a:r>
            <a:endParaRPr lang="en-US" dirty="0"/>
          </a:p>
        </p:txBody>
      </p:sp>
      <p:sp>
        <p:nvSpPr>
          <p:cNvPr id="5" name="Footer Placeholder 4"/>
          <p:cNvSpPr>
            <a:spLocks noGrp="1"/>
          </p:cNvSpPr>
          <p:nvPr>
            <p:ph type="ftr" sz="quarter" idx="11"/>
          </p:nvPr>
        </p:nvSpPr>
        <p:spPr/>
        <p:txBody>
          <a:bodyPr/>
          <a:lstStyle/>
          <a:p>
            <a:r>
              <a:rPr lang="en-US"/>
              <a:t>Conference presentation</a:t>
            </a:r>
            <a:endParaRPr lang="en-US" dirty="0"/>
          </a:p>
        </p:txBody>
      </p:sp>
      <p:sp>
        <p:nvSpPr>
          <p:cNvPr id="6" name="Slide Number Placeholder 5"/>
          <p:cNvSpPr>
            <a:spLocks noGrp="1"/>
          </p:cNvSpPr>
          <p:nvPr>
            <p:ph type="sldNum" sz="quarter" idx="12"/>
          </p:nvPr>
        </p:nvSpPr>
        <p:spPr/>
        <p:txBody>
          <a:bodyPr/>
          <a:lstStyle/>
          <a:p>
            <a:fld id="{B5CEABB6-07DC-46E8-9B57-56EC44A396E5}" type="slidenum">
              <a:rPr lang="en-US" smtClean="0"/>
              <a:t>‹N°›</a:t>
            </a:fld>
            <a:endParaRPr lang="en-US" dirty="0"/>
          </a:p>
        </p:txBody>
      </p:sp>
    </p:spTree>
    <p:extLst>
      <p:ext uri="{BB962C8B-B14F-4D97-AF65-F5344CB8AC3E}">
        <p14:creationId xmlns:p14="http://schemas.microsoft.com/office/powerpoint/2010/main" val="372200906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9" name="Rectangle 8"/>
          <p:cNvSpPr/>
          <p:nvPr/>
        </p:nvSpPr>
        <p:spPr>
          <a:xfrm>
            <a:off x="0" y="0"/>
            <a:ext cx="12192000" cy="4572001"/>
          </a:xfrm>
          <a:prstGeom prst="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Oval 5"/>
          <p:cNvSpPr/>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457200" y="4960137"/>
            <a:ext cx="7772400" cy="1463040"/>
          </a:xfrm>
        </p:spPr>
        <p:txBody>
          <a:bodyPr anchor="ctr">
            <a:normAutofit/>
          </a:bodyPr>
          <a:lstStyle>
            <a:lvl1pPr algn="r">
              <a:defRPr sz="5000" b="0" spc="200" baseline="0"/>
            </a:lvl1pPr>
          </a:lstStyle>
          <a:p>
            <a:r>
              <a:rPr lang="en-US"/>
              <a:t>Click to edit Master title style</a:t>
            </a:r>
            <a:endParaRPr lang="en-US" dirty="0"/>
          </a:p>
        </p:txBody>
      </p:sp>
      <p:sp>
        <p:nvSpPr>
          <p:cNvPr id="3" name="Text Placeholder 2"/>
          <p:cNvSpPr>
            <a:spLocks noGrp="1"/>
          </p:cNvSpPr>
          <p:nvPr>
            <p:ph type="body" idx="1"/>
          </p:nvPr>
        </p:nvSpPr>
        <p:spPr>
          <a:xfrm>
            <a:off x="8610600" y="4960137"/>
            <a:ext cx="3200400" cy="1463040"/>
          </a:xfrm>
        </p:spPr>
        <p:txBody>
          <a:bodyPr lIns="91440" rIns="91440" anchor="ctr">
            <a:normAutofit/>
          </a:bodyPr>
          <a:lstStyle>
            <a:lvl1pPr marL="0" indent="0">
              <a:lnSpc>
                <a:spcPct val="100000"/>
              </a:lnSpc>
              <a:spcBef>
                <a:spcPts val="0"/>
              </a:spcBef>
              <a:buNone/>
              <a:defRPr sz="1800">
                <a:solidFill>
                  <a:schemeClr val="tx1">
                    <a:lumMod val="95000"/>
                    <a:lumOff val="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r>
              <a:rPr lang="en-US"/>
              <a:t>20XX</a:t>
            </a:r>
            <a:endParaRPr lang="en-US" dirty="0"/>
          </a:p>
        </p:txBody>
      </p:sp>
      <p:sp>
        <p:nvSpPr>
          <p:cNvPr id="5" name="Footer Placeholder 4"/>
          <p:cNvSpPr>
            <a:spLocks noGrp="1"/>
          </p:cNvSpPr>
          <p:nvPr>
            <p:ph type="ftr" sz="quarter" idx="11"/>
          </p:nvPr>
        </p:nvSpPr>
        <p:spPr/>
        <p:txBody>
          <a:bodyPr/>
          <a:lstStyle/>
          <a:p>
            <a:r>
              <a:rPr lang="en-US"/>
              <a:t>CONFERENCE PRESENTATION</a:t>
            </a:r>
            <a:endParaRPr lang="en-US" dirty="0"/>
          </a:p>
        </p:txBody>
      </p:sp>
      <p:sp>
        <p:nvSpPr>
          <p:cNvPr id="6" name="Slide Number Placeholder 5"/>
          <p:cNvSpPr>
            <a:spLocks noGrp="1"/>
          </p:cNvSpPr>
          <p:nvPr>
            <p:ph type="sldNum" sz="quarter" idx="12"/>
          </p:nvPr>
        </p:nvSpPr>
        <p:spPr/>
        <p:txBody>
          <a:bodyPr/>
          <a:lstStyle/>
          <a:p>
            <a:fld id="{B5CEABB6-07DC-46E8-9B57-56EC44A396E5}" type="slidenum">
              <a:rPr lang="en-US" smtClean="0"/>
              <a:pPr/>
              <a:t>‹N°›</a:t>
            </a:fld>
            <a:endParaRPr lang="en-US" dirty="0"/>
          </a:p>
        </p:txBody>
      </p:sp>
      <p:cxnSp>
        <p:nvCxnSpPr>
          <p:cNvPr id="8" name="Straight Connector 7"/>
          <p:cNvCxnSpPr/>
          <p:nvPr/>
        </p:nvCxnSpPr>
        <p:spPr>
          <a:xfrm flipV="1">
            <a:off x="8386843" y="5264106"/>
            <a:ext cx="0" cy="91440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27129746"/>
      </p:ext>
    </p:extLst>
  </p:cSld>
  <p:clrMapOvr>
    <a:masterClrMapping/>
  </p:clrMapOvr>
  <p:hf hdr="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024128" y="585216"/>
            <a:ext cx="9720072" cy="1499616"/>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024127" y="2286000"/>
            <a:ext cx="475488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989320" y="2286000"/>
            <a:ext cx="475488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r>
              <a:rPr lang="en-US"/>
              <a:t>20XX</a:t>
            </a:r>
            <a:endParaRPr lang="en-US" dirty="0"/>
          </a:p>
        </p:txBody>
      </p:sp>
      <p:sp>
        <p:nvSpPr>
          <p:cNvPr id="6" name="Footer Placeholder 5"/>
          <p:cNvSpPr>
            <a:spLocks noGrp="1"/>
          </p:cNvSpPr>
          <p:nvPr>
            <p:ph type="ftr" sz="quarter" idx="11"/>
          </p:nvPr>
        </p:nvSpPr>
        <p:spPr/>
        <p:txBody>
          <a:bodyPr/>
          <a:lstStyle/>
          <a:p>
            <a:r>
              <a:rPr lang="en-US"/>
              <a:t>Conference presentation</a:t>
            </a:r>
            <a:endParaRPr lang="en-US" dirty="0"/>
          </a:p>
        </p:txBody>
      </p:sp>
      <p:sp>
        <p:nvSpPr>
          <p:cNvPr id="7" name="Slide Number Placeholder 6"/>
          <p:cNvSpPr>
            <a:spLocks noGrp="1"/>
          </p:cNvSpPr>
          <p:nvPr>
            <p:ph type="sldNum" sz="quarter" idx="12"/>
          </p:nvPr>
        </p:nvSpPr>
        <p:spPr/>
        <p:txBody>
          <a:bodyPr/>
          <a:lstStyle/>
          <a:p>
            <a:fld id="{B5CEABB6-07DC-46E8-9B57-56EC44A396E5}" type="slidenum">
              <a:rPr lang="en-US" smtClean="0"/>
              <a:t>‹N°›</a:t>
            </a:fld>
            <a:endParaRPr lang="en-US" dirty="0"/>
          </a:p>
        </p:txBody>
      </p:sp>
    </p:spTree>
    <p:extLst>
      <p:ext uri="{BB962C8B-B14F-4D97-AF65-F5344CB8AC3E}">
        <p14:creationId xmlns:p14="http://schemas.microsoft.com/office/powerpoint/2010/main" val="428357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1024128" y="2179636"/>
            <a:ext cx="4754880" cy="822960"/>
          </a:xfrm>
        </p:spPr>
        <p:txBody>
          <a:bodyPr lIns="137160" rIns="137160" anchor="ctr">
            <a:normAutofit/>
          </a:bodyPr>
          <a:lstStyle>
            <a:lvl1pPr marL="0" indent="0">
              <a:spcBef>
                <a:spcPts val="0"/>
              </a:spcBef>
              <a:spcAft>
                <a:spcPts val="0"/>
              </a:spcAft>
              <a:buNone/>
              <a:defRPr sz="2300" b="0" cap="none" baseline="0">
                <a:solidFill>
                  <a:schemeClr val="accent1"/>
                </a:solidFill>
                <a:latin typeface="+mn-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24128" y="2967788"/>
            <a:ext cx="4754880" cy="33415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990888" y="2179636"/>
            <a:ext cx="4754880" cy="822960"/>
          </a:xfrm>
        </p:spPr>
        <p:txBody>
          <a:bodyPr lIns="137160" rIns="137160" anchor="ctr">
            <a:normAutofit/>
          </a:bodyPr>
          <a:lstStyle>
            <a:lvl1pPr marL="0" indent="0">
              <a:spcBef>
                <a:spcPts val="0"/>
              </a:spcBef>
              <a:spcAft>
                <a:spcPts val="0"/>
              </a:spcAft>
              <a:buNone/>
              <a:defRPr lang="en-US" sz="2300" b="0" kern="1200" cap="none" baseline="0" dirty="0">
                <a:solidFill>
                  <a:schemeClr val="accent1"/>
                </a:solidFill>
                <a:latin typeface="+mn-lt"/>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1800"/>
              </a:spcBef>
              <a:buNone/>
            </a:pPr>
            <a:r>
              <a:rPr lang="en-US"/>
              <a:t>Click to edit Master text styles</a:t>
            </a:r>
          </a:p>
        </p:txBody>
      </p:sp>
      <p:sp>
        <p:nvSpPr>
          <p:cNvPr id="6" name="Content Placeholder 5"/>
          <p:cNvSpPr>
            <a:spLocks noGrp="1"/>
          </p:cNvSpPr>
          <p:nvPr>
            <p:ph sz="quarter" idx="4"/>
          </p:nvPr>
        </p:nvSpPr>
        <p:spPr>
          <a:xfrm>
            <a:off x="5990888" y="2967788"/>
            <a:ext cx="4754880" cy="33415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r>
              <a:rPr lang="en-US"/>
              <a:t>20XX</a:t>
            </a:r>
            <a:endParaRPr lang="en-US" dirty="0"/>
          </a:p>
        </p:txBody>
      </p:sp>
      <p:sp>
        <p:nvSpPr>
          <p:cNvPr id="8" name="Footer Placeholder 7"/>
          <p:cNvSpPr>
            <a:spLocks noGrp="1"/>
          </p:cNvSpPr>
          <p:nvPr>
            <p:ph type="ftr" sz="quarter" idx="11"/>
          </p:nvPr>
        </p:nvSpPr>
        <p:spPr/>
        <p:txBody>
          <a:bodyPr/>
          <a:lstStyle/>
          <a:p>
            <a:r>
              <a:rPr lang="en-US"/>
              <a:t>Conference presentation</a:t>
            </a:r>
            <a:endParaRPr lang="en-US" dirty="0"/>
          </a:p>
        </p:txBody>
      </p:sp>
      <p:sp>
        <p:nvSpPr>
          <p:cNvPr id="9" name="Slide Number Placeholder 8"/>
          <p:cNvSpPr>
            <a:spLocks noGrp="1"/>
          </p:cNvSpPr>
          <p:nvPr>
            <p:ph type="sldNum" sz="quarter" idx="12"/>
          </p:nvPr>
        </p:nvSpPr>
        <p:spPr/>
        <p:txBody>
          <a:bodyPr/>
          <a:lstStyle/>
          <a:p>
            <a:fld id="{B5CEABB6-07DC-46E8-9B57-56EC44A396E5}" type="slidenum">
              <a:rPr lang="en-US" smtClean="0"/>
              <a:t>‹N°›</a:t>
            </a:fld>
            <a:endParaRPr lang="en-US" dirty="0"/>
          </a:p>
        </p:txBody>
      </p:sp>
    </p:spTree>
    <p:extLst>
      <p:ext uri="{BB962C8B-B14F-4D97-AF65-F5344CB8AC3E}">
        <p14:creationId xmlns:p14="http://schemas.microsoft.com/office/powerpoint/2010/main" val="65929290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r>
              <a:rPr lang="en-US"/>
              <a:t>20XX</a:t>
            </a:r>
            <a:endParaRPr lang="en-US" dirty="0"/>
          </a:p>
        </p:txBody>
      </p:sp>
      <p:sp>
        <p:nvSpPr>
          <p:cNvPr id="4" name="Footer Placeholder 3"/>
          <p:cNvSpPr>
            <a:spLocks noGrp="1"/>
          </p:cNvSpPr>
          <p:nvPr>
            <p:ph type="ftr" sz="quarter" idx="11"/>
          </p:nvPr>
        </p:nvSpPr>
        <p:spPr/>
        <p:txBody>
          <a:bodyPr/>
          <a:lstStyle/>
          <a:p>
            <a:r>
              <a:rPr lang="en-US"/>
              <a:t>CONFERENCE PRESENTATION</a:t>
            </a:r>
            <a:endParaRPr lang="en-US" dirty="0"/>
          </a:p>
        </p:txBody>
      </p:sp>
      <p:sp>
        <p:nvSpPr>
          <p:cNvPr id="5" name="Slide Number Placeholder 4"/>
          <p:cNvSpPr>
            <a:spLocks noGrp="1"/>
          </p:cNvSpPr>
          <p:nvPr>
            <p:ph type="sldNum" sz="quarter" idx="12"/>
          </p:nvPr>
        </p:nvSpPr>
        <p:spPr/>
        <p:txBody>
          <a:bodyPr/>
          <a:lstStyle/>
          <a:p>
            <a:fld id="{B5CEABB6-07DC-46E8-9B57-56EC44A396E5}" type="slidenum">
              <a:rPr lang="en-US" smtClean="0"/>
              <a:pPr/>
              <a:t>‹N°›</a:t>
            </a:fld>
            <a:endParaRPr lang="en-US" dirty="0"/>
          </a:p>
        </p:txBody>
      </p:sp>
    </p:spTree>
    <p:extLst>
      <p:ext uri="{BB962C8B-B14F-4D97-AF65-F5344CB8AC3E}">
        <p14:creationId xmlns:p14="http://schemas.microsoft.com/office/powerpoint/2010/main" val="470114055"/>
      </p:ext>
    </p:extLst>
  </p:cSld>
  <p:clrMapOvr>
    <a:masterClrMapping/>
  </p:clrMapOvr>
  <p:hf hdr="0"/>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r>
              <a:rPr lang="en-US"/>
              <a:t>20XX</a:t>
            </a:r>
            <a:endParaRPr lang="en-US" dirty="0"/>
          </a:p>
        </p:txBody>
      </p:sp>
      <p:sp>
        <p:nvSpPr>
          <p:cNvPr id="3" name="Footer Placeholder 2"/>
          <p:cNvSpPr>
            <a:spLocks noGrp="1"/>
          </p:cNvSpPr>
          <p:nvPr>
            <p:ph type="ftr" sz="quarter" idx="11"/>
          </p:nvPr>
        </p:nvSpPr>
        <p:spPr/>
        <p:txBody>
          <a:bodyPr/>
          <a:lstStyle/>
          <a:p>
            <a:r>
              <a:rPr lang="en-US"/>
              <a:t>CONFERENCE PRESENTATION</a:t>
            </a:r>
            <a:endParaRPr lang="en-US" dirty="0"/>
          </a:p>
        </p:txBody>
      </p:sp>
      <p:sp>
        <p:nvSpPr>
          <p:cNvPr id="4" name="Slide Number Placeholder 3"/>
          <p:cNvSpPr>
            <a:spLocks noGrp="1"/>
          </p:cNvSpPr>
          <p:nvPr>
            <p:ph type="sldNum" sz="quarter" idx="12"/>
          </p:nvPr>
        </p:nvSpPr>
        <p:spPr/>
        <p:txBody>
          <a:bodyPr/>
          <a:lstStyle/>
          <a:p>
            <a:fld id="{B5CEABB6-07DC-46E8-9B57-56EC44A396E5}" type="slidenum">
              <a:rPr lang="en-US" smtClean="0"/>
              <a:pPr/>
              <a:t>‹N°›</a:t>
            </a:fld>
            <a:endParaRPr lang="en-US" dirty="0"/>
          </a:p>
        </p:txBody>
      </p:sp>
    </p:spTree>
    <p:extLst>
      <p:ext uri="{BB962C8B-B14F-4D97-AF65-F5344CB8AC3E}">
        <p14:creationId xmlns:p14="http://schemas.microsoft.com/office/powerpoint/2010/main" val="2082302078"/>
      </p:ext>
    </p:extLst>
  </p:cSld>
  <p:clrMapOvr>
    <a:masterClrMapping/>
  </p:clrMapOvr>
  <p:hf hdr="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8" name="Title 7"/>
          <p:cNvSpPr>
            <a:spLocks noGrp="1"/>
          </p:cNvSpPr>
          <p:nvPr>
            <p:ph type="title"/>
          </p:nvPr>
        </p:nvSpPr>
        <p:spPr>
          <a:xfrm>
            <a:off x="1024128" y="471509"/>
            <a:ext cx="4389120" cy="1737360"/>
          </a:xfrm>
        </p:spPr>
        <p:txBody>
          <a:bodyPr>
            <a:noAutofit/>
          </a:bodyPr>
          <a:lstStyle>
            <a:lvl1pPr>
              <a:lnSpc>
                <a:spcPct val="80000"/>
              </a:lnSpc>
              <a:defRPr sz="4000"/>
            </a:lvl1pPr>
          </a:lstStyle>
          <a:p>
            <a:r>
              <a:rPr lang="en-US"/>
              <a:t>Click to edit Master title style</a:t>
            </a:r>
            <a:endParaRPr lang="en-US" dirty="0"/>
          </a:p>
        </p:txBody>
      </p:sp>
      <p:sp>
        <p:nvSpPr>
          <p:cNvPr id="3" name="Content Placeholder 2"/>
          <p:cNvSpPr>
            <a:spLocks noGrp="1"/>
          </p:cNvSpPr>
          <p:nvPr>
            <p:ph idx="1"/>
          </p:nvPr>
        </p:nvSpPr>
        <p:spPr>
          <a:xfrm>
            <a:off x="5715000" y="822960"/>
            <a:ext cx="5678424" cy="5184648"/>
          </a:xfrm>
        </p:spPr>
        <p:txBody>
          <a:bodyPr/>
          <a:lstStyle>
            <a:lvl1pPr>
              <a:defRPr sz="2400"/>
            </a:lvl1pPr>
            <a:lvl2pPr>
              <a:defRPr sz="20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024128" y="2257506"/>
            <a:ext cx="4389120" cy="3762294"/>
          </a:xfrm>
        </p:spPr>
        <p:txBody>
          <a:bodyPr lIns="91440" rIns="91440">
            <a:normAutofit/>
          </a:bodyPr>
          <a:lstStyle>
            <a:lvl1pPr marL="0" indent="0">
              <a:lnSpc>
                <a:spcPct val="108000"/>
              </a:lnSpc>
              <a:spcBef>
                <a:spcPts val="600"/>
              </a:spcBef>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r>
              <a:rPr lang="en-US"/>
              <a:t>20XX</a:t>
            </a:r>
            <a:endParaRPr lang="en-US" dirty="0"/>
          </a:p>
        </p:txBody>
      </p:sp>
      <p:sp>
        <p:nvSpPr>
          <p:cNvPr id="6" name="Footer Placeholder 5"/>
          <p:cNvSpPr>
            <a:spLocks noGrp="1"/>
          </p:cNvSpPr>
          <p:nvPr>
            <p:ph type="ftr" sz="quarter" idx="11"/>
          </p:nvPr>
        </p:nvSpPr>
        <p:spPr/>
        <p:txBody>
          <a:bodyPr/>
          <a:lstStyle/>
          <a:p>
            <a:r>
              <a:rPr lang="en-US"/>
              <a:t>CONFERENCE PRESENTATION</a:t>
            </a:r>
            <a:endParaRPr lang="en-US" dirty="0"/>
          </a:p>
        </p:txBody>
      </p:sp>
      <p:sp>
        <p:nvSpPr>
          <p:cNvPr id="7" name="Slide Number Placeholder 6"/>
          <p:cNvSpPr>
            <a:spLocks noGrp="1"/>
          </p:cNvSpPr>
          <p:nvPr>
            <p:ph type="sldNum" sz="quarter" idx="12"/>
          </p:nvPr>
        </p:nvSpPr>
        <p:spPr/>
        <p:txBody>
          <a:bodyPr/>
          <a:lstStyle/>
          <a:p>
            <a:fld id="{B5CEABB6-07DC-46E8-9B57-56EC44A396E5}" type="slidenum">
              <a:rPr lang="en-US" smtClean="0"/>
              <a:pPr/>
              <a:t>‹N°›</a:t>
            </a:fld>
            <a:endParaRPr lang="en-US" dirty="0"/>
          </a:p>
        </p:txBody>
      </p:sp>
    </p:spTree>
    <p:extLst>
      <p:ext uri="{BB962C8B-B14F-4D97-AF65-F5344CB8AC3E}">
        <p14:creationId xmlns:p14="http://schemas.microsoft.com/office/powerpoint/2010/main" val="86128401"/>
      </p:ext>
    </p:extLst>
  </p:cSld>
  <p:clrMapOvr>
    <a:masterClrMapping/>
  </p:clrMapOvr>
  <p:hf hdr="0"/>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4960138"/>
            <a:ext cx="7772400" cy="1463040"/>
          </a:xfrm>
        </p:spPr>
        <p:txBody>
          <a:bodyPr anchor="ctr">
            <a:normAutofit/>
          </a:bodyPr>
          <a:lstStyle>
            <a:lvl1pPr algn="r">
              <a:defRPr sz="5000" spc="200" baseline="0"/>
            </a:lvl1pPr>
          </a:lstStyle>
          <a:p>
            <a:r>
              <a:rPr lang="en-US"/>
              <a:t>Click to edit Master title style</a:t>
            </a:r>
            <a:endParaRPr lang="en-US" dirty="0"/>
          </a:p>
        </p:txBody>
      </p:sp>
      <p:sp>
        <p:nvSpPr>
          <p:cNvPr id="3" name="Picture Placeholder 2"/>
          <p:cNvSpPr>
            <a:spLocks noGrp="1" noChangeAspect="1"/>
          </p:cNvSpPr>
          <p:nvPr>
            <p:ph type="pic" idx="1"/>
          </p:nvPr>
        </p:nvSpPr>
        <p:spPr>
          <a:xfrm>
            <a:off x="0" y="-1"/>
            <a:ext cx="12188952" cy="4572000"/>
          </a:xfrm>
          <a:solidFill>
            <a:schemeClr val="accent1">
              <a:lumMod val="60000"/>
              <a:lumOff val="40000"/>
            </a:schemeClr>
          </a:solidFill>
        </p:spPr>
        <p:txBody>
          <a:bodyPr lIns="457200" tIns="365760" rIns="45720" bIns="45720"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610600" y="4960138"/>
            <a:ext cx="3200400" cy="1463040"/>
          </a:xfrm>
        </p:spPr>
        <p:txBody>
          <a:bodyPr lIns="91440" rIns="91440" anchor="ctr">
            <a:normAutofit/>
          </a:bodyPr>
          <a:lstStyle>
            <a:lvl1pPr marL="0" indent="0">
              <a:lnSpc>
                <a:spcPct val="100000"/>
              </a:lnSpc>
              <a:spcBef>
                <a:spcPts val="0"/>
              </a:spcBef>
              <a:buNone/>
              <a:defRPr sz="1800">
                <a:solidFill>
                  <a:schemeClr val="tx1">
                    <a:lumMod val="95000"/>
                    <a:lumOff val="5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r>
              <a:rPr lang="en-US"/>
              <a:t>20XX</a:t>
            </a:r>
            <a:endParaRPr lang="en-US" dirty="0"/>
          </a:p>
        </p:txBody>
      </p:sp>
      <p:sp>
        <p:nvSpPr>
          <p:cNvPr id="6" name="Footer Placeholder 5"/>
          <p:cNvSpPr>
            <a:spLocks noGrp="1"/>
          </p:cNvSpPr>
          <p:nvPr>
            <p:ph type="ftr" sz="quarter" idx="11"/>
          </p:nvPr>
        </p:nvSpPr>
        <p:spPr/>
        <p:txBody>
          <a:bodyPr/>
          <a:lstStyle/>
          <a:p>
            <a:r>
              <a:rPr lang="en-US"/>
              <a:t>CONFERENCE PRESENTATION</a:t>
            </a:r>
            <a:endParaRPr lang="en-US" dirty="0"/>
          </a:p>
        </p:txBody>
      </p:sp>
      <p:sp>
        <p:nvSpPr>
          <p:cNvPr id="7" name="Slide Number Placeholder 6"/>
          <p:cNvSpPr>
            <a:spLocks noGrp="1"/>
          </p:cNvSpPr>
          <p:nvPr>
            <p:ph type="sldNum" sz="quarter" idx="12"/>
          </p:nvPr>
        </p:nvSpPr>
        <p:spPr/>
        <p:txBody>
          <a:bodyPr/>
          <a:lstStyle/>
          <a:p>
            <a:fld id="{B5CEABB6-07DC-46E8-9B57-56EC44A396E5}" type="slidenum">
              <a:rPr lang="en-US" smtClean="0"/>
              <a:pPr/>
              <a:t>‹N°›</a:t>
            </a:fld>
            <a:endParaRPr lang="en-US" dirty="0"/>
          </a:p>
        </p:txBody>
      </p:sp>
      <p:cxnSp>
        <p:nvCxnSpPr>
          <p:cNvPr id="8" name="Straight Connector 7"/>
          <p:cNvCxnSpPr/>
          <p:nvPr/>
        </p:nvCxnSpPr>
        <p:spPr>
          <a:xfrm flipV="1">
            <a:off x="8386843" y="5264106"/>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97518592"/>
      </p:ext>
    </p:extLst>
  </p:cSld>
  <p:clrMapOvr>
    <a:masterClrMapping/>
  </p:clrMapOvr>
  <p:hf hdr="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r>
              <a:rPr lang="en-US"/>
              <a:t>20XX</a:t>
            </a:r>
            <a:endParaRPr lang="en-US" dirty="0"/>
          </a:p>
        </p:txBody>
      </p:sp>
      <p:sp>
        <p:nvSpPr>
          <p:cNvPr id="5" name="Footer Placeholder 4"/>
          <p:cNvSpPr>
            <a:spLocks noGrp="1"/>
          </p:cNvSpPr>
          <p:nvPr>
            <p:ph type="ftr" sz="quarter" idx="11"/>
          </p:nvPr>
        </p:nvSpPr>
        <p:spPr/>
        <p:txBody>
          <a:bodyPr/>
          <a:lstStyle/>
          <a:p>
            <a:r>
              <a:rPr lang="en-US"/>
              <a:t>CONFERENCE PRESENTATION</a:t>
            </a:r>
            <a:endParaRPr lang="en-US" dirty="0"/>
          </a:p>
        </p:txBody>
      </p:sp>
      <p:sp>
        <p:nvSpPr>
          <p:cNvPr id="6" name="Slide Number Placeholder 5"/>
          <p:cNvSpPr>
            <a:spLocks noGrp="1"/>
          </p:cNvSpPr>
          <p:nvPr>
            <p:ph type="sldNum" sz="quarter" idx="12"/>
          </p:nvPr>
        </p:nvSpPr>
        <p:spPr/>
        <p:txBody>
          <a:bodyPr/>
          <a:lstStyle/>
          <a:p>
            <a:fld id="{B5CEABB6-07DC-46E8-9B57-56EC44A396E5}" type="slidenum">
              <a:rPr lang="en-US" smtClean="0"/>
              <a:pPr/>
              <a:t>‹N°›</a:t>
            </a:fld>
            <a:endParaRPr lang="en-US" dirty="0"/>
          </a:p>
        </p:txBody>
      </p:sp>
    </p:spTree>
    <p:extLst>
      <p:ext uri="{BB962C8B-B14F-4D97-AF65-F5344CB8AC3E}">
        <p14:creationId xmlns:p14="http://schemas.microsoft.com/office/powerpoint/2010/main" val="1560884821"/>
      </p:ext>
    </p:extLst>
  </p:cSld>
  <p:clrMapOvr>
    <a:masterClrMapping/>
  </p:clrMapOvr>
  <p:hf hdr="0"/>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1" y="762000"/>
            <a:ext cx="2628900" cy="5410200"/>
          </a:xfrm>
        </p:spPr>
        <p:txBody>
          <a:bodyPr vert="eaVert" lIns="45720" tIns="91440" rIns="45720" bIns="91440"/>
          <a:lstStyle/>
          <a:p>
            <a:r>
              <a:rPr lang="en-US"/>
              <a:t>Click to edit Master title style</a:t>
            </a:r>
            <a:endParaRPr lang="en-US" dirty="0"/>
          </a:p>
        </p:txBody>
      </p:sp>
      <p:sp>
        <p:nvSpPr>
          <p:cNvPr id="3" name="Vertical Text Placeholder 2"/>
          <p:cNvSpPr>
            <a:spLocks noGrp="1"/>
          </p:cNvSpPr>
          <p:nvPr>
            <p:ph type="body" orient="vert" idx="1"/>
          </p:nvPr>
        </p:nvSpPr>
        <p:spPr>
          <a:xfrm>
            <a:off x="990601" y="762000"/>
            <a:ext cx="7581900" cy="54102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r>
              <a:rPr lang="en-US"/>
              <a:t>20XX</a:t>
            </a:r>
            <a:endParaRPr lang="en-US" dirty="0"/>
          </a:p>
        </p:txBody>
      </p:sp>
      <p:sp>
        <p:nvSpPr>
          <p:cNvPr id="5" name="Footer Placeholder 4"/>
          <p:cNvSpPr>
            <a:spLocks noGrp="1"/>
          </p:cNvSpPr>
          <p:nvPr>
            <p:ph type="ftr" sz="quarter" idx="11"/>
          </p:nvPr>
        </p:nvSpPr>
        <p:spPr/>
        <p:txBody>
          <a:bodyPr/>
          <a:lstStyle/>
          <a:p>
            <a:r>
              <a:rPr lang="en-US"/>
              <a:t>CONFERENCE PRESENTATION</a:t>
            </a:r>
            <a:endParaRPr lang="en-US" dirty="0"/>
          </a:p>
        </p:txBody>
      </p:sp>
      <p:sp>
        <p:nvSpPr>
          <p:cNvPr id="6" name="Slide Number Placeholder 5"/>
          <p:cNvSpPr>
            <a:spLocks noGrp="1"/>
          </p:cNvSpPr>
          <p:nvPr>
            <p:ph type="sldNum" sz="quarter" idx="12"/>
          </p:nvPr>
        </p:nvSpPr>
        <p:spPr/>
        <p:txBody>
          <a:bodyPr/>
          <a:lstStyle/>
          <a:p>
            <a:fld id="{B5CEABB6-07DC-46E8-9B57-56EC44A396E5}" type="slidenum">
              <a:rPr lang="en-US" smtClean="0"/>
              <a:pPr/>
              <a:t>‹N°›</a:t>
            </a:fld>
            <a:endParaRPr lang="en-US" dirty="0"/>
          </a:p>
        </p:txBody>
      </p:sp>
      <p:cxnSp>
        <p:nvCxnSpPr>
          <p:cNvPr id="7" name="Straight Connector 6"/>
          <p:cNvCxnSpPr/>
          <p:nvPr/>
        </p:nvCxnSpPr>
        <p:spPr>
          <a:xfrm rot="5400000" flipV="1">
            <a:off x="10058400" y="59263"/>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56200411"/>
      </p:ext>
    </p:extLst>
  </p:cSld>
  <p:clrMapOvr>
    <a:masterClrMapping/>
  </p:clrMapOvr>
  <p:hf hdr="0"/>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Title Slide">
    <p:spTree>
      <p:nvGrpSpPr>
        <p:cNvPr id="1" name=""/>
        <p:cNvGrpSpPr/>
        <p:nvPr/>
      </p:nvGrpSpPr>
      <p:grpSpPr>
        <a:xfrm>
          <a:off x="0" y="0"/>
          <a:ext cx="0" cy="0"/>
          <a:chOff x="0" y="0"/>
          <a:chExt cx="0" cy="0"/>
        </a:xfrm>
      </p:grpSpPr>
      <p:sp>
        <p:nvSpPr>
          <p:cNvPr id="8" name="Picture Placeholder 7">
            <a:extLst>
              <a:ext uri="{FF2B5EF4-FFF2-40B4-BE49-F238E27FC236}">
                <a16:creationId xmlns:a16="http://schemas.microsoft.com/office/drawing/2014/main" id="{2BDD9099-6901-40BC-B1DA-AD6ADD5C6099}"/>
              </a:ext>
            </a:extLst>
          </p:cNvPr>
          <p:cNvSpPr>
            <a:spLocks noGrp="1"/>
          </p:cNvSpPr>
          <p:nvPr>
            <p:ph type="pic" sz="quarter" idx="14"/>
          </p:nvPr>
        </p:nvSpPr>
        <p:spPr>
          <a:xfrm>
            <a:off x="1524" y="0"/>
            <a:ext cx="12188952" cy="6858000"/>
          </a:xfrm>
          <a:solidFill>
            <a:schemeClr val="accent1"/>
          </a:solidFill>
        </p:spPr>
        <p:txBody>
          <a:bodyPr/>
          <a:lstStyle/>
          <a:p>
            <a:r>
              <a:rPr lang="en-US"/>
              <a:t>Click icon to add picture</a:t>
            </a:r>
            <a:endParaRPr lang="en-US" dirty="0"/>
          </a:p>
        </p:txBody>
      </p:sp>
      <p:sp>
        <p:nvSpPr>
          <p:cNvPr id="2" name="Title 1">
            <a:extLst>
              <a:ext uri="{FF2B5EF4-FFF2-40B4-BE49-F238E27FC236}">
                <a16:creationId xmlns:a16="http://schemas.microsoft.com/office/drawing/2014/main" id="{6C25C416-A3A2-4CF9-9532-2C0BFB51CFDF}"/>
              </a:ext>
            </a:extLst>
          </p:cNvPr>
          <p:cNvSpPr>
            <a:spLocks noGrp="1"/>
          </p:cNvSpPr>
          <p:nvPr userDrawn="1">
            <p:ph type="ctrTitle"/>
          </p:nvPr>
        </p:nvSpPr>
        <p:spPr>
          <a:xfrm>
            <a:off x="458724" y="4524231"/>
            <a:ext cx="11274552" cy="1162499"/>
          </a:xfrm>
          <a:solidFill>
            <a:schemeClr val="tx1">
              <a:alpha val="10000"/>
            </a:schemeClr>
          </a:solidFill>
          <a:ln w="38100">
            <a:solidFill>
              <a:schemeClr val="tx2"/>
            </a:solidFill>
          </a:ln>
        </p:spPr>
        <p:txBody>
          <a:bodyPr lIns="274320" anchor="ctr">
            <a:normAutofit/>
          </a:bodyPr>
          <a:lstStyle>
            <a:lvl1pPr algn="l">
              <a:lnSpc>
                <a:spcPct val="108000"/>
              </a:lnSpc>
              <a:defRPr sz="4400" spc="100" baseline="0">
                <a:solidFill>
                  <a:schemeClr val="accent5">
                    <a:lumMod val="20000"/>
                    <a:lumOff val="80000"/>
                  </a:schemeClr>
                </a:solidFill>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43D32955-BB06-40DE-A14A-2170FD41AD52}"/>
              </a:ext>
            </a:extLst>
          </p:cNvPr>
          <p:cNvSpPr>
            <a:spLocks noGrp="1"/>
          </p:cNvSpPr>
          <p:nvPr userDrawn="1">
            <p:ph type="subTitle" idx="1" hasCustomPrompt="1"/>
          </p:nvPr>
        </p:nvSpPr>
        <p:spPr>
          <a:xfrm>
            <a:off x="458723" y="5686727"/>
            <a:ext cx="5637271" cy="692639"/>
          </a:xfrm>
          <a:solidFill>
            <a:schemeClr val="tx1">
              <a:alpha val="10000"/>
            </a:schemeClr>
          </a:solidFill>
          <a:ln w="38100">
            <a:solidFill>
              <a:schemeClr val="tx2"/>
            </a:solidFill>
          </a:ln>
        </p:spPr>
        <p:txBody>
          <a:bodyPr lIns="274320" anchor="ctr">
            <a:normAutofit/>
          </a:bodyPr>
          <a:lstStyle>
            <a:lvl1pPr marL="0" indent="0" algn="l">
              <a:lnSpc>
                <a:spcPct val="108000"/>
              </a:lnSpc>
              <a:spcBef>
                <a:spcPts val="0"/>
              </a:spcBef>
              <a:buNone/>
              <a:defRPr sz="1800" cap="all" spc="100" baseline="0">
                <a:solidFill>
                  <a:schemeClr val="accent5">
                    <a:lumMod val="20000"/>
                    <a:lumOff val="80000"/>
                  </a:schemeClr>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a:t>
            </a:r>
          </a:p>
        </p:txBody>
      </p:sp>
      <p:sp>
        <p:nvSpPr>
          <p:cNvPr id="9" name="Text Placeholder 8">
            <a:extLst>
              <a:ext uri="{FF2B5EF4-FFF2-40B4-BE49-F238E27FC236}">
                <a16:creationId xmlns:a16="http://schemas.microsoft.com/office/drawing/2014/main" id="{AEC85266-52B0-409F-8CE4-E444E424D5E1}"/>
              </a:ext>
            </a:extLst>
          </p:cNvPr>
          <p:cNvSpPr>
            <a:spLocks noGrp="1"/>
          </p:cNvSpPr>
          <p:nvPr userDrawn="1">
            <p:ph type="body" sz="quarter" idx="13" hasCustomPrompt="1"/>
          </p:nvPr>
        </p:nvSpPr>
        <p:spPr>
          <a:xfrm>
            <a:off x="6095993" y="5686727"/>
            <a:ext cx="5637269" cy="692638"/>
          </a:xfrm>
          <a:solidFill>
            <a:schemeClr val="tx1">
              <a:alpha val="10000"/>
            </a:schemeClr>
          </a:solidFill>
          <a:ln w="38100">
            <a:solidFill>
              <a:schemeClr val="tx2"/>
            </a:solidFill>
          </a:ln>
        </p:spPr>
        <p:txBody>
          <a:bodyPr lIns="274320" anchor="ctr">
            <a:normAutofit/>
          </a:bodyPr>
          <a:lstStyle>
            <a:lvl1pPr marL="0" indent="0" algn="l">
              <a:lnSpc>
                <a:spcPct val="108000"/>
              </a:lnSpc>
              <a:spcBef>
                <a:spcPts val="0"/>
              </a:spcBef>
              <a:buNone/>
              <a:defRPr sz="1800" cap="all" spc="100" baseline="0">
                <a:solidFill>
                  <a:schemeClr val="accent5">
                    <a:lumMod val="20000"/>
                    <a:lumOff val="80000"/>
                  </a:schemeClr>
                </a:solidFill>
              </a:defRPr>
            </a:lvl1pPr>
          </a:lstStyle>
          <a:p>
            <a:pPr lvl="0"/>
            <a:r>
              <a:rPr lang="en-US" dirty="0"/>
              <a:t>DATE</a:t>
            </a:r>
          </a:p>
        </p:txBody>
      </p:sp>
    </p:spTree>
    <p:extLst>
      <p:ext uri="{BB962C8B-B14F-4D97-AF65-F5344CB8AC3E}">
        <p14:creationId xmlns:p14="http://schemas.microsoft.com/office/powerpoint/2010/main" val="402841255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Agenda">
    <p:spTree>
      <p:nvGrpSpPr>
        <p:cNvPr id="1" name=""/>
        <p:cNvGrpSpPr/>
        <p:nvPr/>
      </p:nvGrpSpPr>
      <p:grpSpPr>
        <a:xfrm>
          <a:off x="0" y="0"/>
          <a:ext cx="0" cy="0"/>
          <a:chOff x="0" y="0"/>
          <a:chExt cx="0" cy="0"/>
        </a:xfrm>
      </p:grpSpPr>
      <p:sp>
        <p:nvSpPr>
          <p:cNvPr id="7" name="Picture Placeholder 7">
            <a:extLst>
              <a:ext uri="{FF2B5EF4-FFF2-40B4-BE49-F238E27FC236}">
                <a16:creationId xmlns:a16="http://schemas.microsoft.com/office/drawing/2014/main" id="{A41CBEE4-3FAE-4685-BA5D-89EE53B32DBC}"/>
              </a:ext>
            </a:extLst>
          </p:cNvPr>
          <p:cNvSpPr>
            <a:spLocks noGrp="1"/>
          </p:cNvSpPr>
          <p:nvPr>
            <p:ph type="pic" sz="quarter" idx="14"/>
          </p:nvPr>
        </p:nvSpPr>
        <p:spPr>
          <a:xfrm>
            <a:off x="1524" y="-76200"/>
            <a:ext cx="12188952" cy="6858000"/>
          </a:xfrm>
          <a:solidFill>
            <a:schemeClr val="accent1"/>
          </a:solidFill>
        </p:spPr>
        <p:txBody>
          <a:bodyPr/>
          <a:lstStyle/>
          <a:p>
            <a:r>
              <a:rPr lang="en-US"/>
              <a:t>Click icon to add picture</a:t>
            </a:r>
            <a:endParaRPr lang="en-US" dirty="0"/>
          </a:p>
        </p:txBody>
      </p:sp>
      <p:sp>
        <p:nvSpPr>
          <p:cNvPr id="2" name="Title 1">
            <a:extLst>
              <a:ext uri="{FF2B5EF4-FFF2-40B4-BE49-F238E27FC236}">
                <a16:creationId xmlns:a16="http://schemas.microsoft.com/office/drawing/2014/main" id="{A4AE12D1-08AF-45E9-A34A-BDE9E860BAA2}"/>
              </a:ext>
            </a:extLst>
          </p:cNvPr>
          <p:cNvSpPr>
            <a:spLocks noGrp="1"/>
          </p:cNvSpPr>
          <p:nvPr>
            <p:ph type="title" hasCustomPrompt="1"/>
          </p:nvPr>
        </p:nvSpPr>
        <p:spPr>
          <a:xfrm>
            <a:off x="478251" y="685800"/>
            <a:ext cx="3959352" cy="5486400"/>
          </a:xfrm>
          <a:solidFill>
            <a:schemeClr val="tx2">
              <a:lumMod val="20000"/>
              <a:lumOff val="80000"/>
              <a:alpha val="90000"/>
            </a:schemeClr>
          </a:solidFill>
          <a:ln w="38100" cmpd="sng">
            <a:solidFill>
              <a:schemeClr val="accent5">
                <a:lumMod val="50000"/>
              </a:schemeClr>
            </a:solidFill>
          </a:ln>
        </p:spPr>
        <p:txBody>
          <a:bodyPr lIns="274320" tIns="457200" rIns="274320" anchor="t">
            <a:noAutofit/>
          </a:bodyPr>
          <a:lstStyle>
            <a:lvl1pPr algn="ctr">
              <a:defRPr spc="100" baseline="0">
                <a:solidFill>
                  <a:schemeClr val="accent3">
                    <a:lumMod val="25000"/>
                  </a:schemeClr>
                </a:solidFill>
              </a:defRPr>
            </a:lvl1pPr>
          </a:lstStyle>
          <a:p>
            <a:r>
              <a:rPr lang="en-US" dirty="0"/>
              <a:t>Click to edit title</a:t>
            </a:r>
          </a:p>
        </p:txBody>
      </p:sp>
      <p:sp>
        <p:nvSpPr>
          <p:cNvPr id="4" name="Date Placeholder 3">
            <a:extLst>
              <a:ext uri="{FF2B5EF4-FFF2-40B4-BE49-F238E27FC236}">
                <a16:creationId xmlns:a16="http://schemas.microsoft.com/office/drawing/2014/main" id="{3EDAC16E-5725-4AC1-AB85-871F25D26688}"/>
              </a:ext>
            </a:extLst>
          </p:cNvPr>
          <p:cNvSpPr>
            <a:spLocks noGrp="1"/>
          </p:cNvSpPr>
          <p:nvPr>
            <p:ph type="dt" sz="half" idx="10"/>
          </p:nvPr>
        </p:nvSpPr>
        <p:spPr/>
        <p:txBody>
          <a:bodyPr/>
          <a:lstStyle>
            <a:lvl1pPr>
              <a:defRPr/>
            </a:lvl1pPr>
          </a:lstStyle>
          <a:p>
            <a:r>
              <a:rPr lang="en-US" dirty="0"/>
              <a:t>20XX</a:t>
            </a:r>
          </a:p>
        </p:txBody>
      </p:sp>
      <p:sp>
        <p:nvSpPr>
          <p:cNvPr id="5" name="Footer Placeholder 4">
            <a:extLst>
              <a:ext uri="{FF2B5EF4-FFF2-40B4-BE49-F238E27FC236}">
                <a16:creationId xmlns:a16="http://schemas.microsoft.com/office/drawing/2014/main" id="{FD10B5D8-71E9-48DC-A04C-559359603CB0}"/>
              </a:ext>
            </a:extLst>
          </p:cNvPr>
          <p:cNvSpPr>
            <a:spLocks noGrp="1"/>
          </p:cNvSpPr>
          <p:nvPr>
            <p:ph type="ftr" sz="quarter" idx="11"/>
          </p:nvPr>
        </p:nvSpPr>
        <p:spPr/>
        <p:txBody>
          <a:bodyPr/>
          <a:lstStyle/>
          <a:p>
            <a:r>
              <a:rPr lang="en-US" dirty="0"/>
              <a:t>Conference presentation</a:t>
            </a:r>
          </a:p>
        </p:txBody>
      </p:sp>
      <p:sp>
        <p:nvSpPr>
          <p:cNvPr id="6" name="Slide Number Placeholder 5">
            <a:extLst>
              <a:ext uri="{FF2B5EF4-FFF2-40B4-BE49-F238E27FC236}">
                <a16:creationId xmlns:a16="http://schemas.microsoft.com/office/drawing/2014/main" id="{A0FDD81F-9379-48E6-9B14-83486F920A39}"/>
              </a:ext>
            </a:extLst>
          </p:cNvPr>
          <p:cNvSpPr>
            <a:spLocks noGrp="1"/>
          </p:cNvSpPr>
          <p:nvPr>
            <p:ph type="sldNum" sz="quarter" idx="12"/>
          </p:nvPr>
        </p:nvSpPr>
        <p:spPr/>
        <p:txBody>
          <a:bodyPr/>
          <a:lstStyle/>
          <a:p>
            <a:fld id="{B5CEABB6-07DC-46E8-9B57-56EC44A396E5}" type="slidenum">
              <a:rPr lang="en-US" smtClean="0"/>
              <a:t>‹N°›</a:t>
            </a:fld>
            <a:endParaRPr lang="en-US" dirty="0"/>
          </a:p>
        </p:txBody>
      </p:sp>
      <p:sp>
        <p:nvSpPr>
          <p:cNvPr id="9" name="Text Placeholder 8">
            <a:extLst>
              <a:ext uri="{FF2B5EF4-FFF2-40B4-BE49-F238E27FC236}">
                <a16:creationId xmlns:a16="http://schemas.microsoft.com/office/drawing/2014/main" id="{6A67D98D-D4C9-49C3-B1D7-0D6F2D3371BB}"/>
              </a:ext>
            </a:extLst>
          </p:cNvPr>
          <p:cNvSpPr>
            <a:spLocks noGrp="1"/>
          </p:cNvSpPr>
          <p:nvPr>
            <p:ph type="body" sz="quarter" idx="15" hasCustomPrompt="1"/>
          </p:nvPr>
        </p:nvSpPr>
        <p:spPr>
          <a:xfrm>
            <a:off x="592551" y="800100"/>
            <a:ext cx="3730752" cy="5257800"/>
          </a:xfrm>
          <a:ln w="12700">
            <a:solidFill>
              <a:schemeClr val="tx2"/>
            </a:solidFill>
          </a:ln>
        </p:spPr>
        <p:txBody>
          <a:bodyPr lIns="274320" tIns="1371600" rIns="274320">
            <a:noAutofit/>
          </a:bodyPr>
          <a:lstStyle>
            <a:lvl1pPr marL="0" indent="0" algn="ctr">
              <a:buNone/>
              <a:defRPr sz="1400">
                <a:solidFill>
                  <a:schemeClr val="accent3">
                    <a:lumMod val="25000"/>
                  </a:schemeClr>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to edit text</a:t>
            </a:r>
          </a:p>
        </p:txBody>
      </p:sp>
      <p:sp>
        <p:nvSpPr>
          <p:cNvPr id="13" name="Title 1" hidden="1">
            <a:extLst>
              <a:ext uri="{FF2B5EF4-FFF2-40B4-BE49-F238E27FC236}">
                <a16:creationId xmlns:a16="http://schemas.microsoft.com/office/drawing/2014/main" id="{3F2612BA-64D8-41EC-9F7A-0615FD68EDCA}"/>
              </a:ext>
            </a:extLst>
          </p:cNvPr>
          <p:cNvSpPr txBox="1">
            <a:spLocks/>
          </p:cNvSpPr>
          <p:nvPr userDrawn="1"/>
        </p:nvSpPr>
        <p:spPr>
          <a:xfrm>
            <a:off x="1005398" y="960120"/>
            <a:ext cx="2971800"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3200" kern="1200" spc="40" baseline="0">
                <a:solidFill>
                  <a:schemeClr val="accent3">
                    <a:lumMod val="25000"/>
                  </a:schemeClr>
                </a:solidFill>
                <a:latin typeface="+mj-lt"/>
                <a:ea typeface="+mj-ea"/>
                <a:cs typeface="+mj-cs"/>
              </a:defRPr>
            </a:lvl1pPr>
          </a:lstStyle>
          <a:p>
            <a:pPr algn="ctr"/>
            <a:r>
              <a:rPr lang="en-US" spc="100" dirty="0">
                <a:latin typeface="Elephant Pro" pitchFamily="2" charset="0"/>
              </a:rPr>
              <a:t>Agenda</a:t>
            </a:r>
          </a:p>
        </p:txBody>
      </p:sp>
    </p:spTree>
    <p:extLst>
      <p:ext uri="{BB962C8B-B14F-4D97-AF65-F5344CB8AC3E}">
        <p14:creationId xmlns:p14="http://schemas.microsoft.com/office/powerpoint/2010/main" val="99213945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Thank you">
    <p:spTree>
      <p:nvGrpSpPr>
        <p:cNvPr id="1" name=""/>
        <p:cNvGrpSpPr/>
        <p:nvPr/>
      </p:nvGrpSpPr>
      <p:grpSpPr>
        <a:xfrm>
          <a:off x="0" y="0"/>
          <a:ext cx="0" cy="0"/>
          <a:chOff x="0" y="0"/>
          <a:chExt cx="0" cy="0"/>
        </a:xfrm>
      </p:grpSpPr>
      <p:sp>
        <p:nvSpPr>
          <p:cNvPr id="9" name="Picture Placeholder 7">
            <a:extLst>
              <a:ext uri="{FF2B5EF4-FFF2-40B4-BE49-F238E27FC236}">
                <a16:creationId xmlns:a16="http://schemas.microsoft.com/office/drawing/2014/main" id="{AF2033B6-A37A-42D0-8C26-9C7E14CFDEE5}"/>
              </a:ext>
            </a:extLst>
          </p:cNvPr>
          <p:cNvSpPr>
            <a:spLocks noGrp="1"/>
          </p:cNvSpPr>
          <p:nvPr>
            <p:ph type="pic" sz="quarter" idx="14"/>
          </p:nvPr>
        </p:nvSpPr>
        <p:spPr>
          <a:xfrm>
            <a:off x="1524" y="0"/>
            <a:ext cx="12188952" cy="6858000"/>
          </a:xfrm>
          <a:solidFill>
            <a:schemeClr val="accent1"/>
          </a:solidFill>
        </p:spPr>
        <p:txBody>
          <a:bodyPr/>
          <a:lstStyle/>
          <a:p>
            <a:r>
              <a:rPr lang="en-US"/>
              <a:t>Click icon to add picture</a:t>
            </a:r>
            <a:endParaRPr lang="en-US" dirty="0"/>
          </a:p>
        </p:txBody>
      </p:sp>
      <p:sp>
        <p:nvSpPr>
          <p:cNvPr id="2" name="Title 1">
            <a:extLst>
              <a:ext uri="{FF2B5EF4-FFF2-40B4-BE49-F238E27FC236}">
                <a16:creationId xmlns:a16="http://schemas.microsoft.com/office/drawing/2014/main" id="{A4AE12D1-08AF-45E9-A34A-BDE9E860BAA2}"/>
              </a:ext>
            </a:extLst>
          </p:cNvPr>
          <p:cNvSpPr>
            <a:spLocks noGrp="1"/>
          </p:cNvSpPr>
          <p:nvPr>
            <p:ph type="title" hasCustomPrompt="1"/>
          </p:nvPr>
        </p:nvSpPr>
        <p:spPr>
          <a:xfrm>
            <a:off x="8046720" y="1280160"/>
            <a:ext cx="3438144" cy="914400"/>
          </a:xfrm>
        </p:spPr>
        <p:txBody>
          <a:bodyPr/>
          <a:lstStyle>
            <a:lvl1pPr algn="ctr">
              <a:defRPr>
                <a:solidFill>
                  <a:schemeClr val="accent3">
                    <a:lumMod val="25000"/>
                  </a:schemeClr>
                </a:solidFill>
              </a:defRPr>
            </a:lvl1pPr>
          </a:lstStyle>
          <a:p>
            <a:r>
              <a:rPr lang="en-US" dirty="0"/>
              <a:t>Click to edit title</a:t>
            </a:r>
          </a:p>
        </p:txBody>
      </p:sp>
      <p:sp>
        <p:nvSpPr>
          <p:cNvPr id="3" name="Content Placeholder 2">
            <a:extLst>
              <a:ext uri="{FF2B5EF4-FFF2-40B4-BE49-F238E27FC236}">
                <a16:creationId xmlns:a16="http://schemas.microsoft.com/office/drawing/2014/main" id="{BF8F5A6A-E29E-401A-801A-8FD9CAABA7A5}"/>
              </a:ext>
            </a:extLst>
          </p:cNvPr>
          <p:cNvSpPr>
            <a:spLocks noGrp="1"/>
          </p:cNvSpPr>
          <p:nvPr>
            <p:ph idx="1" hasCustomPrompt="1"/>
          </p:nvPr>
        </p:nvSpPr>
        <p:spPr>
          <a:xfrm>
            <a:off x="8165592" y="2770632"/>
            <a:ext cx="3200400" cy="457200"/>
          </a:xfrm>
        </p:spPr>
        <p:txBody>
          <a:bodyPr>
            <a:noAutofit/>
          </a:bodyPr>
          <a:lstStyle>
            <a:lvl1pPr marL="0" indent="0" algn="ctr">
              <a:lnSpc>
                <a:spcPts val="2100"/>
              </a:lnSpc>
              <a:buNone/>
              <a:defRPr sz="2000" spc="300">
                <a:solidFill>
                  <a:schemeClr val="accent3">
                    <a:lumMod val="25000"/>
                  </a:schemeClr>
                </a:solidFill>
              </a:defRPr>
            </a:lvl1pPr>
            <a:lvl2pPr marL="457200" indent="0">
              <a:lnSpc>
                <a:spcPts val="2100"/>
              </a:lnSpc>
              <a:buFont typeface="Arial" panose="020B0604020202020204" pitchFamily="34" charset="0"/>
              <a:buNone/>
              <a:defRPr sz="1400"/>
            </a:lvl2pPr>
            <a:lvl3pPr marL="914400" indent="0">
              <a:lnSpc>
                <a:spcPts val="2100"/>
              </a:lnSpc>
              <a:buNone/>
              <a:defRPr sz="1400"/>
            </a:lvl3pPr>
            <a:lvl4pPr marL="1371600" indent="0">
              <a:lnSpc>
                <a:spcPts val="2100"/>
              </a:lnSpc>
              <a:buNone/>
              <a:defRPr sz="1400"/>
            </a:lvl4pPr>
            <a:lvl5pPr marL="1828800" indent="0">
              <a:lnSpc>
                <a:spcPts val="2100"/>
              </a:lnSpc>
              <a:buNone/>
              <a:defRPr sz="1400"/>
            </a:lvl5pPr>
          </a:lstStyle>
          <a:p>
            <a:pPr lvl="0"/>
            <a:r>
              <a:rPr lang="en-US" dirty="0"/>
              <a:t>CLICK TO EDIT TEXT</a:t>
            </a:r>
          </a:p>
        </p:txBody>
      </p:sp>
      <p:sp>
        <p:nvSpPr>
          <p:cNvPr id="4" name="Date Placeholder 3">
            <a:extLst>
              <a:ext uri="{FF2B5EF4-FFF2-40B4-BE49-F238E27FC236}">
                <a16:creationId xmlns:a16="http://schemas.microsoft.com/office/drawing/2014/main" id="{3EDAC16E-5725-4AC1-AB85-871F25D26688}"/>
              </a:ext>
            </a:extLst>
          </p:cNvPr>
          <p:cNvSpPr>
            <a:spLocks noGrp="1"/>
          </p:cNvSpPr>
          <p:nvPr>
            <p:ph type="dt" sz="half" idx="10"/>
          </p:nvPr>
        </p:nvSpPr>
        <p:spPr/>
        <p:txBody>
          <a:bodyPr/>
          <a:lstStyle/>
          <a:p>
            <a:r>
              <a:rPr lang="en-US" dirty="0"/>
              <a:t>20XX</a:t>
            </a:r>
          </a:p>
        </p:txBody>
      </p:sp>
      <p:sp>
        <p:nvSpPr>
          <p:cNvPr id="5" name="Footer Placeholder 4">
            <a:extLst>
              <a:ext uri="{FF2B5EF4-FFF2-40B4-BE49-F238E27FC236}">
                <a16:creationId xmlns:a16="http://schemas.microsoft.com/office/drawing/2014/main" id="{FD10B5D8-71E9-48DC-A04C-559359603CB0}"/>
              </a:ext>
            </a:extLst>
          </p:cNvPr>
          <p:cNvSpPr>
            <a:spLocks noGrp="1"/>
          </p:cNvSpPr>
          <p:nvPr>
            <p:ph type="ftr" sz="quarter" idx="11"/>
          </p:nvPr>
        </p:nvSpPr>
        <p:spPr/>
        <p:txBody>
          <a:bodyPr/>
          <a:lstStyle/>
          <a:p>
            <a:r>
              <a:rPr lang="en-US" dirty="0"/>
              <a:t>Conference presentation</a:t>
            </a:r>
          </a:p>
        </p:txBody>
      </p:sp>
      <p:sp>
        <p:nvSpPr>
          <p:cNvPr id="6" name="Slide Number Placeholder 5">
            <a:extLst>
              <a:ext uri="{FF2B5EF4-FFF2-40B4-BE49-F238E27FC236}">
                <a16:creationId xmlns:a16="http://schemas.microsoft.com/office/drawing/2014/main" id="{A0FDD81F-9379-48E6-9B14-83486F920A39}"/>
              </a:ext>
            </a:extLst>
          </p:cNvPr>
          <p:cNvSpPr>
            <a:spLocks noGrp="1"/>
          </p:cNvSpPr>
          <p:nvPr>
            <p:ph type="sldNum" sz="quarter" idx="12"/>
          </p:nvPr>
        </p:nvSpPr>
        <p:spPr/>
        <p:txBody>
          <a:bodyPr/>
          <a:lstStyle/>
          <a:p>
            <a:fld id="{B5CEABB6-07DC-46E8-9B57-56EC44A396E5}" type="slidenum">
              <a:rPr lang="en-US" smtClean="0"/>
              <a:t>‹N°›</a:t>
            </a:fld>
            <a:endParaRPr lang="en-US" dirty="0"/>
          </a:p>
        </p:txBody>
      </p:sp>
      <p:sp>
        <p:nvSpPr>
          <p:cNvPr id="10" name="Content Placeholder 2">
            <a:extLst>
              <a:ext uri="{FF2B5EF4-FFF2-40B4-BE49-F238E27FC236}">
                <a16:creationId xmlns:a16="http://schemas.microsoft.com/office/drawing/2014/main" id="{26C5036E-BEC3-4FC6-A05E-18F7A078B167}"/>
              </a:ext>
            </a:extLst>
          </p:cNvPr>
          <p:cNvSpPr>
            <a:spLocks noGrp="1"/>
          </p:cNvSpPr>
          <p:nvPr>
            <p:ph idx="15" hasCustomPrompt="1"/>
          </p:nvPr>
        </p:nvSpPr>
        <p:spPr>
          <a:xfrm>
            <a:off x="8403336" y="3922776"/>
            <a:ext cx="2715768" cy="1289304"/>
          </a:xfrm>
        </p:spPr>
        <p:txBody>
          <a:bodyPr>
            <a:noAutofit/>
          </a:bodyPr>
          <a:lstStyle>
            <a:lvl1pPr marL="0" indent="0" algn="ctr">
              <a:lnSpc>
                <a:spcPct val="100000"/>
              </a:lnSpc>
              <a:buNone/>
              <a:defRPr sz="1600">
                <a:solidFill>
                  <a:schemeClr val="accent3">
                    <a:lumMod val="25000"/>
                  </a:schemeClr>
                </a:solidFill>
              </a:defRPr>
            </a:lvl1pPr>
            <a:lvl2pPr marL="457200" indent="0">
              <a:lnSpc>
                <a:spcPts val="2100"/>
              </a:lnSpc>
              <a:buFont typeface="Arial" panose="020B0604020202020204" pitchFamily="34" charset="0"/>
              <a:buNone/>
              <a:defRPr sz="1400"/>
            </a:lvl2pPr>
            <a:lvl3pPr marL="914400" indent="0">
              <a:lnSpc>
                <a:spcPts val="2100"/>
              </a:lnSpc>
              <a:buNone/>
              <a:defRPr sz="1400"/>
            </a:lvl3pPr>
            <a:lvl4pPr marL="1371600" indent="0">
              <a:lnSpc>
                <a:spcPts val="2100"/>
              </a:lnSpc>
              <a:buNone/>
              <a:defRPr sz="1400"/>
            </a:lvl4pPr>
            <a:lvl5pPr marL="1828800" indent="0">
              <a:lnSpc>
                <a:spcPts val="2100"/>
              </a:lnSpc>
              <a:buNone/>
              <a:defRPr sz="1400"/>
            </a:lvl5pPr>
          </a:lstStyle>
          <a:p>
            <a:pPr lvl="0"/>
            <a:r>
              <a:rPr lang="en-US" dirty="0"/>
              <a:t>Click to edit text</a:t>
            </a:r>
          </a:p>
        </p:txBody>
      </p:sp>
    </p:spTree>
    <p:extLst>
      <p:ext uri="{BB962C8B-B14F-4D97-AF65-F5344CB8AC3E}">
        <p14:creationId xmlns:p14="http://schemas.microsoft.com/office/powerpoint/2010/main" val="35037258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_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B4411E-20EA-4627-8A68-17038DCE1876}"/>
              </a:ext>
            </a:extLst>
          </p:cNvPr>
          <p:cNvSpPr>
            <a:spLocks noGrp="1"/>
          </p:cNvSpPr>
          <p:nvPr>
            <p:ph type="title"/>
          </p:nvPr>
        </p:nvSpPr>
        <p:spPr>
          <a:xfrm>
            <a:off x="7421563" y="2342144"/>
            <a:ext cx="3932237" cy="1600200"/>
          </a:xfrm>
        </p:spPr>
        <p:txBody>
          <a:bodyPr anchor="ctr">
            <a:normAutofit/>
          </a:bodyPr>
          <a:lstStyle>
            <a:lvl1pPr algn="ctr">
              <a:defRPr sz="4000">
                <a:solidFill>
                  <a:schemeClr val="accent3">
                    <a:lumMod val="25000"/>
                  </a:schemeClr>
                </a:solidFill>
              </a:defRPr>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1974E5B2-1EB9-4222-8FAB-65BDC9A9500F}"/>
              </a:ext>
            </a:extLst>
          </p:cNvPr>
          <p:cNvSpPr>
            <a:spLocks noGrp="1"/>
          </p:cNvSpPr>
          <p:nvPr>
            <p:ph idx="1"/>
          </p:nvPr>
        </p:nvSpPr>
        <p:spPr>
          <a:xfrm>
            <a:off x="495300" y="859089"/>
            <a:ext cx="6172200" cy="4873625"/>
          </a:xfrm>
        </p:spPr>
        <p:txBody>
          <a:bodyPr/>
          <a:lstStyle>
            <a:lvl1pPr>
              <a:defRPr sz="3200">
                <a:solidFill>
                  <a:schemeClr val="accent3">
                    <a:lumMod val="25000"/>
                  </a:schemeClr>
                </a:solidFill>
              </a:defRPr>
            </a:lvl1pPr>
            <a:lvl2pPr>
              <a:defRPr sz="2800">
                <a:solidFill>
                  <a:schemeClr val="accent3">
                    <a:lumMod val="25000"/>
                  </a:schemeClr>
                </a:solidFill>
              </a:defRPr>
            </a:lvl2pPr>
            <a:lvl3pPr>
              <a:defRPr sz="2400">
                <a:solidFill>
                  <a:schemeClr val="accent3">
                    <a:lumMod val="25000"/>
                  </a:schemeClr>
                </a:solidFill>
              </a:defRPr>
            </a:lvl3pPr>
            <a:lvl4pPr>
              <a:defRPr sz="2000">
                <a:solidFill>
                  <a:schemeClr val="accent3">
                    <a:lumMod val="25000"/>
                  </a:schemeClr>
                </a:solidFill>
              </a:defRPr>
            </a:lvl4pPr>
            <a:lvl5pPr>
              <a:defRPr sz="2000">
                <a:solidFill>
                  <a:schemeClr val="accent3">
                    <a:lumMod val="25000"/>
                  </a:schemeClr>
                </a:solidFill>
              </a:defRPr>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D732AD86-1F8B-4DE6-9736-793E1781772C}"/>
              </a:ext>
            </a:extLst>
          </p:cNvPr>
          <p:cNvSpPr>
            <a:spLocks noGrp="1"/>
          </p:cNvSpPr>
          <p:nvPr>
            <p:ph type="dt" sz="half" idx="10"/>
          </p:nvPr>
        </p:nvSpPr>
        <p:spPr/>
        <p:txBody>
          <a:bodyPr/>
          <a:lstStyle/>
          <a:p>
            <a:r>
              <a:rPr lang="en-US" dirty="0"/>
              <a:t>20XX</a:t>
            </a:r>
          </a:p>
        </p:txBody>
      </p:sp>
      <p:sp>
        <p:nvSpPr>
          <p:cNvPr id="6" name="Footer Placeholder 5">
            <a:extLst>
              <a:ext uri="{FF2B5EF4-FFF2-40B4-BE49-F238E27FC236}">
                <a16:creationId xmlns:a16="http://schemas.microsoft.com/office/drawing/2014/main" id="{FA60A3B3-8B02-4D8B-A982-7C7CA03A9290}"/>
              </a:ext>
            </a:extLst>
          </p:cNvPr>
          <p:cNvSpPr>
            <a:spLocks noGrp="1"/>
          </p:cNvSpPr>
          <p:nvPr>
            <p:ph type="ftr" sz="quarter" idx="11"/>
          </p:nvPr>
        </p:nvSpPr>
        <p:spPr/>
        <p:txBody>
          <a:bodyPr/>
          <a:lstStyle/>
          <a:p>
            <a:r>
              <a:rPr lang="en-US" dirty="0"/>
              <a:t>Conference presentation</a:t>
            </a:r>
          </a:p>
        </p:txBody>
      </p:sp>
      <p:sp>
        <p:nvSpPr>
          <p:cNvPr id="7" name="Slide Number Placeholder 6">
            <a:extLst>
              <a:ext uri="{FF2B5EF4-FFF2-40B4-BE49-F238E27FC236}">
                <a16:creationId xmlns:a16="http://schemas.microsoft.com/office/drawing/2014/main" id="{989C9CBB-7187-447C-9F33-04CFDCD0B2D0}"/>
              </a:ext>
            </a:extLst>
          </p:cNvPr>
          <p:cNvSpPr>
            <a:spLocks noGrp="1"/>
          </p:cNvSpPr>
          <p:nvPr>
            <p:ph type="sldNum" sz="quarter" idx="12"/>
          </p:nvPr>
        </p:nvSpPr>
        <p:spPr/>
        <p:txBody>
          <a:bodyPr/>
          <a:lstStyle/>
          <a:p>
            <a:fld id="{B5CEABB6-07DC-46E8-9B57-56EC44A396E5}" type="slidenum">
              <a:rPr lang="en-US" smtClean="0"/>
              <a:t>‹N°›</a:t>
            </a:fld>
            <a:endParaRPr lang="en-US" dirty="0"/>
          </a:p>
        </p:txBody>
      </p:sp>
    </p:spTree>
    <p:extLst>
      <p:ext uri="{BB962C8B-B14F-4D97-AF65-F5344CB8AC3E}">
        <p14:creationId xmlns:p14="http://schemas.microsoft.com/office/powerpoint/2010/main" val="250621689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024128" y="585216"/>
            <a:ext cx="9720072" cy="1499616"/>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024128" y="2286000"/>
            <a:ext cx="9720073" cy="4023360"/>
          </a:xfrm>
          <a:prstGeom prst="rect">
            <a:avLst/>
          </a:prstGeom>
        </p:spPr>
        <p:txBody>
          <a:bodyPr vert="horz" lIns="45720" tIns="45720" rIns="4572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24129" y="6470704"/>
            <a:ext cx="2154143" cy="274320"/>
          </a:xfrm>
          <a:prstGeom prst="rect">
            <a:avLst/>
          </a:prstGeom>
        </p:spPr>
        <p:txBody>
          <a:bodyPr vert="horz" lIns="91440" tIns="45720" rIns="91440" bIns="45720" rtlCol="0" anchor="ctr"/>
          <a:lstStyle>
            <a:lvl1pPr algn="l">
              <a:defRPr sz="1000">
                <a:solidFill>
                  <a:schemeClr val="tx1">
                    <a:lumMod val="95000"/>
                    <a:lumOff val="5000"/>
                  </a:schemeClr>
                </a:solidFill>
                <a:latin typeface="+mj-lt"/>
              </a:defRPr>
            </a:lvl1pPr>
          </a:lstStyle>
          <a:p>
            <a:r>
              <a:rPr lang="en-US"/>
              <a:t>20XX</a:t>
            </a:r>
            <a:endParaRPr lang="en-US" dirty="0"/>
          </a:p>
        </p:txBody>
      </p:sp>
      <p:sp>
        <p:nvSpPr>
          <p:cNvPr id="5" name="Footer Placeholder 4"/>
          <p:cNvSpPr>
            <a:spLocks noGrp="1"/>
          </p:cNvSpPr>
          <p:nvPr>
            <p:ph type="ftr" sz="quarter" idx="3"/>
          </p:nvPr>
        </p:nvSpPr>
        <p:spPr>
          <a:xfrm>
            <a:off x="4842932" y="6470704"/>
            <a:ext cx="5901459" cy="274320"/>
          </a:xfrm>
          <a:prstGeom prst="rect">
            <a:avLst/>
          </a:prstGeom>
        </p:spPr>
        <p:txBody>
          <a:bodyPr vert="horz" lIns="91440" tIns="45720" rIns="91440" bIns="45720" rtlCol="0" anchor="ctr"/>
          <a:lstStyle>
            <a:lvl1pPr algn="r">
              <a:defRPr sz="1000" cap="all" baseline="0">
                <a:solidFill>
                  <a:schemeClr val="tx1">
                    <a:lumMod val="95000"/>
                    <a:lumOff val="5000"/>
                  </a:schemeClr>
                </a:solidFill>
                <a:latin typeface="+mj-lt"/>
              </a:defRPr>
            </a:lvl1pPr>
          </a:lstStyle>
          <a:p>
            <a:r>
              <a:rPr lang="en-US"/>
              <a:t>CONFERENCE PRESENTATION</a:t>
            </a:r>
            <a:endParaRPr lang="en-US" dirty="0"/>
          </a:p>
        </p:txBody>
      </p:sp>
      <p:sp>
        <p:nvSpPr>
          <p:cNvPr id="6" name="Slide Number Placeholder 5"/>
          <p:cNvSpPr>
            <a:spLocks noGrp="1"/>
          </p:cNvSpPr>
          <p:nvPr>
            <p:ph type="sldNum" sz="quarter" idx="4"/>
          </p:nvPr>
        </p:nvSpPr>
        <p:spPr>
          <a:xfrm>
            <a:off x="10837333" y="6470704"/>
            <a:ext cx="973667" cy="274320"/>
          </a:xfrm>
          <a:prstGeom prst="rect">
            <a:avLst/>
          </a:prstGeom>
        </p:spPr>
        <p:txBody>
          <a:bodyPr vert="horz" lIns="91440" tIns="45720" rIns="91440" bIns="45720" rtlCol="0" anchor="ctr"/>
          <a:lstStyle>
            <a:lvl1pPr algn="l">
              <a:defRPr sz="1000">
                <a:solidFill>
                  <a:schemeClr val="tx1">
                    <a:lumMod val="95000"/>
                    <a:lumOff val="5000"/>
                  </a:schemeClr>
                </a:solidFill>
                <a:latin typeface="+mj-lt"/>
              </a:defRPr>
            </a:lvl1pPr>
          </a:lstStyle>
          <a:p>
            <a:fld id="{B5CEABB6-07DC-46E8-9B57-56EC44A396E5}" type="slidenum">
              <a:rPr lang="en-US" smtClean="0"/>
              <a:pPr/>
              <a:t>‹N°›</a:t>
            </a:fld>
            <a:endParaRPr lang="en-US" dirty="0"/>
          </a:p>
        </p:txBody>
      </p:sp>
      <p:cxnSp>
        <p:nvCxnSpPr>
          <p:cNvPr id="7" name="Straight Connector 6"/>
          <p:cNvCxnSpPr/>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74882066"/>
      </p:ext>
    </p:extLst>
  </p:cSld>
  <p:clrMap bg1="lt1" tx1="dk1" bg2="lt2" tx2="dk2" accent1="accent1" accent2="accent2" accent3="accent3" accent4="accent4" accent5="accent5" accent6="accent6" hlink="hlink" folHlink="folHlink"/>
  <p:sldLayoutIdLst>
    <p:sldLayoutId id="2147483977" r:id="rId1"/>
    <p:sldLayoutId id="2147483978" r:id="rId2"/>
    <p:sldLayoutId id="2147483979" r:id="rId3"/>
    <p:sldLayoutId id="2147483980" r:id="rId4"/>
    <p:sldLayoutId id="2147483981" r:id="rId5"/>
    <p:sldLayoutId id="2147483982" r:id="rId6"/>
    <p:sldLayoutId id="2147483983" r:id="rId7"/>
    <p:sldLayoutId id="2147483984" r:id="rId8"/>
    <p:sldLayoutId id="2147483985" r:id="rId9"/>
    <p:sldLayoutId id="2147483986" r:id="rId10"/>
    <p:sldLayoutId id="2147483987" r:id="rId11"/>
    <p:sldLayoutId id="2147483988" r:id="rId12"/>
    <p:sldLayoutId id="2147483989" r:id="rId13"/>
    <p:sldLayoutId id="2147484002" r:id="rId14"/>
    <p:sldLayoutId id="2147483670" r:id="rId15"/>
  </p:sldLayoutIdLst>
  <p:hf hdr="0"/>
  <p:txStyles>
    <p:titleStyle>
      <a:lvl1pPr algn="l" defTabSz="914400" rtl="0" eaLnBrk="1" latinLnBrk="0" hangingPunct="1">
        <a:lnSpc>
          <a:spcPct val="80000"/>
        </a:lnSpc>
        <a:spcBef>
          <a:spcPct val="0"/>
        </a:spcBef>
        <a:buNone/>
        <a:defRPr sz="5000" kern="1200" cap="all" spc="100" baseline="0">
          <a:solidFill>
            <a:schemeClr val="tx1">
              <a:lumMod val="95000"/>
              <a:lumOff val="5000"/>
            </a:schemeClr>
          </a:solidFill>
          <a:latin typeface="+mj-lt"/>
          <a:ea typeface="+mj-ea"/>
          <a:cs typeface="+mj-cs"/>
        </a:defRPr>
      </a:lvl1pPr>
    </p:titleStyle>
    <p:bodyStyle>
      <a:lvl1pPr marL="91440" indent="-91440" algn="l" defTabSz="914400" rtl="0" eaLnBrk="1" latinLnBrk="0" hangingPunct="1">
        <a:lnSpc>
          <a:spcPct val="90000"/>
        </a:lnSpc>
        <a:spcBef>
          <a:spcPts val="1200"/>
        </a:spcBef>
        <a:spcAft>
          <a:spcPts val="200"/>
        </a:spcAft>
        <a:buClr>
          <a:schemeClr val="accent1"/>
        </a:buClr>
        <a:buSzPct val="100000"/>
        <a:buFont typeface="Tw Cen MT" panose="020B0602020104020603" pitchFamily="34" charset="0"/>
        <a:buChar char=" "/>
        <a:defRPr sz="2200" kern="1200">
          <a:solidFill>
            <a:schemeClr val="tx1"/>
          </a:solidFill>
          <a:latin typeface="+mn-lt"/>
          <a:ea typeface="+mn-ea"/>
          <a:cs typeface="+mn-cs"/>
        </a:defRPr>
      </a:lvl1pPr>
      <a:lvl2pPr marL="26517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800" kern="1200">
          <a:solidFill>
            <a:schemeClr val="tx1"/>
          </a:solidFill>
          <a:latin typeface="+mn-lt"/>
          <a:ea typeface="+mn-ea"/>
          <a:cs typeface="+mn-cs"/>
        </a:defRPr>
      </a:lvl2pPr>
      <a:lvl3pPr marL="4480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3pPr>
      <a:lvl4pPr marL="59436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4pPr>
      <a:lvl5pPr marL="77724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5pPr>
      <a:lvl6pPr marL="91440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6pPr>
      <a:lvl7pPr marL="1060704"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7pPr>
      <a:lvl8pPr marL="1216152"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8pPr>
      <a:lvl9pPr marL="13624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guide id="3" pos="552" userDrawn="1">
          <p15:clr>
            <a:srgbClr val="FBAE40"/>
          </p15:clr>
        </p15:guide>
        <p15:guide id="4" pos="7128" userDrawn="1">
          <p15:clr>
            <a:srgbClr val="FBAE40"/>
          </p15:clr>
        </p15:guide>
        <p15:guide id="5" pos="288" userDrawn="1">
          <p15:clr>
            <a:srgbClr val="F26B43"/>
          </p15:clr>
        </p15:guide>
        <p15:guide id="6" pos="7392"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5" name="Picture Placeholder 74" descr="photo of leather briefcase on some paper">
            <a:extLst>
              <a:ext uri="{FF2B5EF4-FFF2-40B4-BE49-F238E27FC236}">
                <a16:creationId xmlns:a16="http://schemas.microsoft.com/office/drawing/2014/main" id="{81B90C65-1DA4-4E3B-93DD-50C02E869756}"/>
              </a:ext>
            </a:extLst>
          </p:cNvPr>
          <p:cNvPicPr>
            <a:picLocks noGrp="1" noChangeAspect="1"/>
          </p:cNvPicPr>
          <p:nvPr>
            <p:ph type="pic" sz="quarter" idx="14"/>
          </p:nvPr>
        </p:nvPicPr>
        <p:blipFill rotWithShape="1">
          <a:blip r:embed="rId2">
            <a:extLst>
              <a:ext uri="{28A0092B-C50C-407E-A947-70E740481C1C}">
                <a14:useLocalDpi xmlns:a14="http://schemas.microsoft.com/office/drawing/2010/main"/>
              </a:ext>
            </a:extLst>
          </a:blip>
          <a:srcRect l="13" r="13"/>
          <a:stretch/>
        </p:blipFill>
        <p:spPr/>
      </p:pic>
      <p:sp>
        <p:nvSpPr>
          <p:cNvPr id="46" name="Title 45">
            <a:extLst>
              <a:ext uri="{FF2B5EF4-FFF2-40B4-BE49-F238E27FC236}">
                <a16:creationId xmlns:a16="http://schemas.microsoft.com/office/drawing/2014/main" id="{70F6BB83-FE06-42C6-8C19-9F085DD9A9BF}"/>
              </a:ext>
            </a:extLst>
          </p:cNvPr>
          <p:cNvSpPr>
            <a:spLocks noGrp="1"/>
          </p:cNvSpPr>
          <p:nvPr>
            <p:ph type="ctrTitle"/>
          </p:nvPr>
        </p:nvSpPr>
        <p:spPr/>
        <p:txBody>
          <a:bodyPr>
            <a:normAutofit fontScale="90000"/>
          </a:bodyPr>
          <a:lstStyle/>
          <a:p>
            <a:r>
              <a:rPr lang="en-US" dirty="0"/>
              <a:t>STAN CONSORTIUM Security Architecture review (SAR) Summary Report</a:t>
            </a:r>
          </a:p>
        </p:txBody>
      </p:sp>
      <p:sp>
        <p:nvSpPr>
          <p:cNvPr id="99" name="Subtitle 98">
            <a:extLst>
              <a:ext uri="{FF2B5EF4-FFF2-40B4-BE49-F238E27FC236}">
                <a16:creationId xmlns:a16="http://schemas.microsoft.com/office/drawing/2014/main" id="{3E1C2516-A9DD-4DE3-A1B1-CDA13607697C}"/>
              </a:ext>
            </a:extLst>
          </p:cNvPr>
          <p:cNvSpPr>
            <a:spLocks noGrp="1"/>
          </p:cNvSpPr>
          <p:nvPr>
            <p:ph type="subTitle" idx="1"/>
          </p:nvPr>
        </p:nvSpPr>
        <p:spPr/>
        <p:txBody>
          <a:bodyPr/>
          <a:lstStyle/>
          <a:p>
            <a:r>
              <a:rPr lang="en-US" dirty="0"/>
              <a:t>STAN the security ARCHITECT</a:t>
            </a:r>
          </a:p>
        </p:txBody>
      </p:sp>
      <p:sp>
        <p:nvSpPr>
          <p:cNvPr id="100" name="Text Placeholder 99">
            <a:extLst>
              <a:ext uri="{FF2B5EF4-FFF2-40B4-BE49-F238E27FC236}">
                <a16:creationId xmlns:a16="http://schemas.microsoft.com/office/drawing/2014/main" id="{3A6E016E-983A-46B3-9B7A-F909E2EE329A}"/>
              </a:ext>
            </a:extLst>
          </p:cNvPr>
          <p:cNvSpPr>
            <a:spLocks noGrp="1"/>
          </p:cNvSpPr>
          <p:nvPr>
            <p:ph type="body" sz="quarter" idx="13"/>
          </p:nvPr>
        </p:nvSpPr>
        <p:spPr/>
        <p:txBody>
          <a:bodyPr/>
          <a:lstStyle/>
          <a:p>
            <a:r>
              <a:rPr lang="en-US" dirty="0"/>
              <a:t>02/03/2026</a:t>
            </a:r>
          </a:p>
        </p:txBody>
      </p:sp>
    </p:spTree>
    <p:extLst>
      <p:ext uri="{BB962C8B-B14F-4D97-AF65-F5344CB8AC3E}">
        <p14:creationId xmlns:p14="http://schemas.microsoft.com/office/powerpoint/2010/main" val="16424253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Placeholder 7" descr="Photo of business man writing in journal&#10;">
            <a:extLst>
              <a:ext uri="{FF2B5EF4-FFF2-40B4-BE49-F238E27FC236}">
                <a16:creationId xmlns:a16="http://schemas.microsoft.com/office/drawing/2014/main" id="{548A53BA-7AEE-4BAB-A2AA-9234417FE05E}"/>
              </a:ext>
            </a:extLst>
          </p:cNvPr>
          <p:cNvPicPr>
            <a:picLocks noGrp="1" noChangeAspect="1"/>
          </p:cNvPicPr>
          <p:nvPr>
            <p:ph type="pic" sz="quarter" idx="14"/>
          </p:nvPr>
        </p:nvPicPr>
        <p:blipFill rotWithShape="1">
          <a:blip r:embed="rId2" cstate="screen">
            <a:extLst>
              <a:ext uri="{28A0092B-C50C-407E-A947-70E740481C1C}">
                <a14:useLocalDpi xmlns:a14="http://schemas.microsoft.com/office/drawing/2010/main"/>
              </a:ext>
            </a:extLst>
          </a:blip>
          <a:srcRect t="6" b="6"/>
          <a:stretch/>
        </p:blipFill>
        <p:spPr/>
      </p:pic>
      <p:sp>
        <p:nvSpPr>
          <p:cNvPr id="2" name="Title 1">
            <a:extLst>
              <a:ext uri="{FF2B5EF4-FFF2-40B4-BE49-F238E27FC236}">
                <a16:creationId xmlns:a16="http://schemas.microsoft.com/office/drawing/2014/main" id="{CA98C48D-8FE7-491A-A6C7-72647C2A7837}"/>
              </a:ext>
            </a:extLst>
          </p:cNvPr>
          <p:cNvSpPr>
            <a:spLocks noGrp="1"/>
          </p:cNvSpPr>
          <p:nvPr>
            <p:ph type="title"/>
          </p:nvPr>
        </p:nvSpPr>
        <p:spPr/>
        <p:txBody>
          <a:bodyPr>
            <a:normAutofit/>
          </a:bodyPr>
          <a:lstStyle/>
          <a:p>
            <a:r>
              <a:rPr lang="en-US" dirty="0"/>
              <a:t>Agenda</a:t>
            </a:r>
          </a:p>
        </p:txBody>
      </p:sp>
      <p:sp>
        <p:nvSpPr>
          <p:cNvPr id="14" name="Date Placeholder 13">
            <a:extLst>
              <a:ext uri="{FF2B5EF4-FFF2-40B4-BE49-F238E27FC236}">
                <a16:creationId xmlns:a16="http://schemas.microsoft.com/office/drawing/2014/main" id="{D4560A44-8560-4402-B256-97C3C43073CA}"/>
              </a:ext>
            </a:extLst>
          </p:cNvPr>
          <p:cNvSpPr>
            <a:spLocks noGrp="1"/>
          </p:cNvSpPr>
          <p:nvPr>
            <p:ph type="dt" sz="half" idx="10"/>
          </p:nvPr>
        </p:nvSpPr>
        <p:spPr/>
        <p:txBody>
          <a:bodyPr/>
          <a:lstStyle/>
          <a:p>
            <a:r>
              <a:rPr lang="en-US" dirty="0"/>
              <a:t>20XX</a:t>
            </a:r>
          </a:p>
        </p:txBody>
      </p:sp>
      <p:sp>
        <p:nvSpPr>
          <p:cNvPr id="15" name="Footer Placeholder 14">
            <a:extLst>
              <a:ext uri="{FF2B5EF4-FFF2-40B4-BE49-F238E27FC236}">
                <a16:creationId xmlns:a16="http://schemas.microsoft.com/office/drawing/2014/main" id="{42913DD8-54E8-4C9C-93C6-831E0A162809}"/>
              </a:ext>
            </a:extLst>
          </p:cNvPr>
          <p:cNvSpPr>
            <a:spLocks noGrp="1"/>
          </p:cNvSpPr>
          <p:nvPr>
            <p:ph type="ftr" sz="quarter" idx="11"/>
          </p:nvPr>
        </p:nvSpPr>
        <p:spPr/>
        <p:txBody>
          <a:bodyPr/>
          <a:lstStyle/>
          <a:p>
            <a:r>
              <a:rPr lang="en-US" dirty="0"/>
              <a:t>CONFERENCE PRESENTATION</a:t>
            </a:r>
          </a:p>
        </p:txBody>
      </p:sp>
      <p:sp>
        <p:nvSpPr>
          <p:cNvPr id="17" name="Slide Number Placeholder 16">
            <a:extLst>
              <a:ext uri="{FF2B5EF4-FFF2-40B4-BE49-F238E27FC236}">
                <a16:creationId xmlns:a16="http://schemas.microsoft.com/office/drawing/2014/main" id="{4788973B-466C-4C76-B228-D9501EE73184}"/>
              </a:ext>
            </a:extLst>
          </p:cNvPr>
          <p:cNvSpPr>
            <a:spLocks noGrp="1"/>
          </p:cNvSpPr>
          <p:nvPr>
            <p:ph type="sldNum" sz="quarter" idx="12"/>
          </p:nvPr>
        </p:nvSpPr>
        <p:spPr/>
        <p:txBody>
          <a:bodyPr/>
          <a:lstStyle/>
          <a:p>
            <a:fld id="{B5CEABB6-07DC-46E8-9B57-56EC44A396E5}" type="slidenum">
              <a:rPr lang="en-US" smtClean="0"/>
              <a:pPr/>
              <a:t>2</a:t>
            </a:fld>
            <a:endParaRPr lang="en-US" dirty="0"/>
          </a:p>
        </p:txBody>
      </p:sp>
      <p:sp>
        <p:nvSpPr>
          <p:cNvPr id="16" name="Content Placeholder 15">
            <a:extLst>
              <a:ext uri="{FF2B5EF4-FFF2-40B4-BE49-F238E27FC236}">
                <a16:creationId xmlns:a16="http://schemas.microsoft.com/office/drawing/2014/main" id="{4B5CAEFB-3ACA-4146-81A1-3AF907AAED86}"/>
              </a:ext>
            </a:extLst>
          </p:cNvPr>
          <p:cNvSpPr>
            <a:spLocks noGrp="1"/>
          </p:cNvSpPr>
          <p:nvPr>
            <p:ph type="body" sz="quarter" idx="15"/>
          </p:nvPr>
        </p:nvSpPr>
        <p:spPr/>
        <p:txBody>
          <a:bodyPr>
            <a:noAutofit/>
          </a:bodyPr>
          <a:lstStyle/>
          <a:p>
            <a:r>
              <a:rPr lang="en-US" sz="1800" dirty="0"/>
              <a:t>Project Scope</a:t>
            </a:r>
          </a:p>
          <a:p>
            <a:r>
              <a:rPr lang="en-US" sz="1800" dirty="0"/>
              <a:t>Project Summary</a:t>
            </a:r>
          </a:p>
          <a:p>
            <a:r>
              <a:rPr lang="en-US" sz="1800" dirty="0"/>
              <a:t>Application Architecture</a:t>
            </a:r>
          </a:p>
          <a:p>
            <a:r>
              <a:rPr lang="en-US" sz="1800" dirty="0"/>
              <a:t>Application Component Details</a:t>
            </a:r>
          </a:p>
          <a:p>
            <a:r>
              <a:rPr lang="en-US" sz="1800" dirty="0"/>
              <a:t>Data Flow Diagram</a:t>
            </a:r>
          </a:p>
          <a:p>
            <a:r>
              <a:rPr lang="en-US" sz="1800" dirty="0"/>
              <a:t>Identified Threats and Remediation</a:t>
            </a:r>
          </a:p>
          <a:p>
            <a:r>
              <a:rPr lang="en-US" sz="1800" dirty="0"/>
              <a:t>Appendix</a:t>
            </a:r>
          </a:p>
        </p:txBody>
      </p:sp>
      <p:cxnSp>
        <p:nvCxnSpPr>
          <p:cNvPr id="9" name="Straight Connector 8">
            <a:extLst>
              <a:ext uri="{FF2B5EF4-FFF2-40B4-BE49-F238E27FC236}">
                <a16:creationId xmlns:a16="http://schemas.microsoft.com/office/drawing/2014/main" id="{E1DA684F-F04D-4BEA-9DE7-266132513CF7}"/>
              </a:ext>
              <a:ext uri="{C183D7F6-B498-43B3-948B-1728B52AA6E4}">
                <adec:decorative xmlns:adec="http://schemas.microsoft.com/office/drawing/2017/decorative" val="1"/>
              </a:ext>
            </a:extLst>
          </p:cNvPr>
          <p:cNvCxnSpPr>
            <a:cxnSpLocks/>
          </p:cNvCxnSpPr>
          <p:nvPr/>
        </p:nvCxnSpPr>
        <p:spPr>
          <a:xfrm>
            <a:off x="1005398" y="1874520"/>
            <a:ext cx="2860705" cy="0"/>
          </a:xfrm>
          <a:prstGeom prst="line">
            <a:avLst/>
          </a:prstGeom>
          <a:ln w="25400">
            <a:solidFill>
              <a:schemeClr val="accent5">
                <a:lumMod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3868148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43CD9990-7B28-BFEF-B7A0-E63A6F3C2254}"/>
              </a:ext>
            </a:extLst>
          </p:cNvPr>
          <p:cNvSpPr>
            <a:spLocks noGrp="1"/>
          </p:cNvSpPr>
          <p:nvPr>
            <p:ph type="title"/>
          </p:nvPr>
        </p:nvSpPr>
        <p:spPr/>
        <p:txBody>
          <a:bodyPr/>
          <a:lstStyle/>
          <a:p>
            <a:r>
              <a:rPr lang="en-US" dirty="0"/>
              <a:t>Project scope</a:t>
            </a:r>
          </a:p>
        </p:txBody>
      </p:sp>
      <p:sp>
        <p:nvSpPr>
          <p:cNvPr id="9" name="Content Placeholder 8">
            <a:extLst>
              <a:ext uri="{FF2B5EF4-FFF2-40B4-BE49-F238E27FC236}">
                <a16:creationId xmlns:a16="http://schemas.microsoft.com/office/drawing/2014/main" id="{25968E6A-07B7-99F8-F275-01BAD4E63186}"/>
              </a:ext>
            </a:extLst>
          </p:cNvPr>
          <p:cNvSpPr>
            <a:spLocks noGrp="1"/>
          </p:cNvSpPr>
          <p:nvPr>
            <p:ph idx="1"/>
          </p:nvPr>
        </p:nvSpPr>
        <p:spPr/>
        <p:txBody>
          <a:bodyPr>
            <a:normAutofit lnSpcReduction="10000"/>
          </a:bodyPr>
          <a:lstStyle/>
          <a:p>
            <a:r>
              <a:rPr lang="en-US" dirty="0"/>
              <a:t>STAN CONSORTIUM is a cloud-based technology platform that provides ecommerce platforms to vendors.</a:t>
            </a:r>
          </a:p>
          <a:p>
            <a:endParaRPr lang="en-US" dirty="0"/>
          </a:p>
          <a:p>
            <a:pPr>
              <a:buFont typeface="Arial" panose="020B0604020202020204" pitchFamily="34" charset="0"/>
              <a:buChar char="•"/>
            </a:pPr>
            <a:r>
              <a:rPr lang="en-US" dirty="0"/>
              <a:t>Application uses Firewall for blocking malicious requests</a:t>
            </a:r>
          </a:p>
          <a:p>
            <a:pPr>
              <a:buFont typeface="Arial" panose="020B0604020202020204" pitchFamily="34" charset="0"/>
              <a:buChar char="•"/>
            </a:pPr>
            <a:r>
              <a:rPr lang="en-US" dirty="0"/>
              <a:t>Application uses a Proxy wall for filtering https requests</a:t>
            </a:r>
          </a:p>
          <a:p>
            <a:pPr>
              <a:buFont typeface="Arial" panose="020B0604020202020204" pitchFamily="34" charset="0"/>
              <a:buChar char="•"/>
            </a:pPr>
            <a:r>
              <a:rPr lang="en-US" dirty="0"/>
              <a:t>Application uses 3-layered architecture</a:t>
            </a:r>
          </a:p>
          <a:p>
            <a:pPr>
              <a:buFont typeface="Arial" panose="020B0604020202020204" pitchFamily="34" charset="0"/>
              <a:buChar char="•"/>
            </a:pPr>
            <a:r>
              <a:rPr lang="en-US" dirty="0"/>
              <a:t>API layer interacts with business logic and backend/database service</a:t>
            </a:r>
          </a:p>
          <a:p>
            <a:pPr>
              <a:buFont typeface="Arial" panose="020B0604020202020204" pitchFamily="34" charset="0"/>
              <a:buChar char="•"/>
            </a:pPr>
            <a:r>
              <a:rPr lang="en-US" dirty="0"/>
              <a:t>Application interacts with third party server</a:t>
            </a:r>
          </a:p>
          <a:p>
            <a:pPr>
              <a:buFont typeface="Arial" panose="020B0604020202020204" pitchFamily="34" charset="0"/>
              <a:buChar char="•"/>
            </a:pPr>
            <a:r>
              <a:rPr lang="en-US" dirty="0"/>
              <a:t>Database server is SQL server</a:t>
            </a:r>
          </a:p>
          <a:p>
            <a:pPr>
              <a:buFont typeface="Arial" panose="020B0604020202020204" pitchFamily="34" charset="0"/>
              <a:buChar char="•"/>
            </a:pPr>
            <a:endParaRPr lang="en-US" dirty="0"/>
          </a:p>
        </p:txBody>
      </p:sp>
      <p:sp>
        <p:nvSpPr>
          <p:cNvPr id="5" name="Footer Placeholder 4">
            <a:extLst>
              <a:ext uri="{FF2B5EF4-FFF2-40B4-BE49-F238E27FC236}">
                <a16:creationId xmlns:a16="http://schemas.microsoft.com/office/drawing/2014/main" id="{65A512FC-02DE-2A59-6BE5-590E01821C89}"/>
              </a:ext>
            </a:extLst>
          </p:cNvPr>
          <p:cNvSpPr>
            <a:spLocks noGrp="1"/>
          </p:cNvSpPr>
          <p:nvPr>
            <p:ph type="ftr" sz="quarter" idx="11"/>
          </p:nvPr>
        </p:nvSpPr>
        <p:spPr/>
        <p:txBody>
          <a:bodyPr/>
          <a:lstStyle/>
          <a:p>
            <a:r>
              <a:rPr lang="en-US" dirty="0"/>
              <a:t>Conference presentation</a:t>
            </a:r>
          </a:p>
        </p:txBody>
      </p:sp>
      <p:sp>
        <p:nvSpPr>
          <p:cNvPr id="6" name="Slide Number Placeholder 5">
            <a:extLst>
              <a:ext uri="{FF2B5EF4-FFF2-40B4-BE49-F238E27FC236}">
                <a16:creationId xmlns:a16="http://schemas.microsoft.com/office/drawing/2014/main" id="{0FCCA2FC-E28B-46B4-31C7-7FDD965FC4DC}"/>
              </a:ext>
            </a:extLst>
          </p:cNvPr>
          <p:cNvSpPr>
            <a:spLocks noGrp="1"/>
          </p:cNvSpPr>
          <p:nvPr>
            <p:ph type="sldNum" sz="quarter" idx="12"/>
          </p:nvPr>
        </p:nvSpPr>
        <p:spPr/>
        <p:txBody>
          <a:bodyPr/>
          <a:lstStyle/>
          <a:p>
            <a:fld id="{B5CEABB6-07DC-46E8-9B57-56EC44A396E5}" type="slidenum">
              <a:rPr lang="en-US" smtClean="0"/>
              <a:t>3</a:t>
            </a:fld>
            <a:endParaRPr lang="en-US" dirty="0"/>
          </a:p>
        </p:txBody>
      </p:sp>
    </p:spTree>
    <p:extLst>
      <p:ext uri="{BB962C8B-B14F-4D97-AF65-F5344CB8AC3E}">
        <p14:creationId xmlns:p14="http://schemas.microsoft.com/office/powerpoint/2010/main" val="273943436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43CD9990-7B28-BFEF-B7A0-E63A6F3C2254}"/>
              </a:ext>
            </a:extLst>
          </p:cNvPr>
          <p:cNvSpPr>
            <a:spLocks noGrp="1"/>
          </p:cNvSpPr>
          <p:nvPr>
            <p:ph type="title"/>
          </p:nvPr>
        </p:nvSpPr>
        <p:spPr>
          <a:xfrm>
            <a:off x="1024129" y="567963"/>
            <a:ext cx="9720072" cy="1286716"/>
          </a:xfrm>
        </p:spPr>
        <p:txBody>
          <a:bodyPr/>
          <a:lstStyle/>
          <a:p>
            <a:r>
              <a:rPr lang="en-US" dirty="0"/>
              <a:t>Project summary</a:t>
            </a:r>
          </a:p>
        </p:txBody>
      </p:sp>
      <p:graphicFrame>
        <p:nvGraphicFramePr>
          <p:cNvPr id="4" name="Content Placeholder 3">
            <a:extLst>
              <a:ext uri="{FF2B5EF4-FFF2-40B4-BE49-F238E27FC236}">
                <a16:creationId xmlns:a16="http://schemas.microsoft.com/office/drawing/2014/main" id="{4477C66C-E15C-B711-FD22-89F4EA7D8956}"/>
              </a:ext>
            </a:extLst>
          </p:cNvPr>
          <p:cNvGraphicFramePr>
            <a:graphicFrameLocks noGrp="1"/>
          </p:cNvGraphicFramePr>
          <p:nvPr>
            <p:ph idx="1"/>
            <p:extLst>
              <p:ext uri="{D42A27DB-BD31-4B8C-83A1-F6EECF244321}">
                <p14:modId xmlns:p14="http://schemas.microsoft.com/office/powerpoint/2010/main" val="2641122449"/>
              </p:ext>
            </p:extLst>
          </p:nvPr>
        </p:nvGraphicFramePr>
        <p:xfrm>
          <a:off x="1023938" y="2001838"/>
          <a:ext cx="9720262" cy="4022725"/>
        </p:xfrm>
        <a:graphic>
          <a:graphicData uri="http://schemas.openxmlformats.org/drawingml/2006/chart">
            <c:chart xmlns:c="http://schemas.openxmlformats.org/drawingml/2006/chart" xmlns:r="http://schemas.openxmlformats.org/officeDocument/2006/relationships" r:id="rId2"/>
          </a:graphicData>
        </a:graphic>
      </p:graphicFrame>
      <p:sp>
        <p:nvSpPr>
          <p:cNvPr id="5" name="Footer Placeholder 4">
            <a:extLst>
              <a:ext uri="{FF2B5EF4-FFF2-40B4-BE49-F238E27FC236}">
                <a16:creationId xmlns:a16="http://schemas.microsoft.com/office/drawing/2014/main" id="{65A512FC-02DE-2A59-6BE5-590E01821C89}"/>
              </a:ext>
            </a:extLst>
          </p:cNvPr>
          <p:cNvSpPr>
            <a:spLocks noGrp="1"/>
          </p:cNvSpPr>
          <p:nvPr>
            <p:ph type="ftr" sz="quarter" idx="11"/>
          </p:nvPr>
        </p:nvSpPr>
        <p:spPr/>
        <p:txBody>
          <a:bodyPr/>
          <a:lstStyle/>
          <a:p>
            <a:r>
              <a:rPr lang="en-US" dirty="0"/>
              <a:t>Conference presentation</a:t>
            </a:r>
          </a:p>
        </p:txBody>
      </p:sp>
      <p:sp>
        <p:nvSpPr>
          <p:cNvPr id="6" name="Slide Number Placeholder 5">
            <a:extLst>
              <a:ext uri="{FF2B5EF4-FFF2-40B4-BE49-F238E27FC236}">
                <a16:creationId xmlns:a16="http://schemas.microsoft.com/office/drawing/2014/main" id="{0FCCA2FC-E28B-46B4-31C7-7FDD965FC4DC}"/>
              </a:ext>
            </a:extLst>
          </p:cNvPr>
          <p:cNvSpPr>
            <a:spLocks noGrp="1"/>
          </p:cNvSpPr>
          <p:nvPr>
            <p:ph type="sldNum" sz="quarter" idx="12"/>
          </p:nvPr>
        </p:nvSpPr>
        <p:spPr/>
        <p:txBody>
          <a:bodyPr/>
          <a:lstStyle/>
          <a:p>
            <a:fld id="{B5CEABB6-07DC-46E8-9B57-56EC44A396E5}" type="slidenum">
              <a:rPr lang="en-US" smtClean="0"/>
              <a:t>4</a:t>
            </a:fld>
            <a:endParaRPr lang="en-US" dirty="0"/>
          </a:p>
        </p:txBody>
      </p:sp>
    </p:spTree>
    <p:extLst>
      <p:ext uri="{BB962C8B-B14F-4D97-AF65-F5344CB8AC3E}">
        <p14:creationId xmlns:p14="http://schemas.microsoft.com/office/powerpoint/2010/main" val="72804469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43CD9990-7B28-BFEF-B7A0-E63A6F3C2254}"/>
              </a:ext>
            </a:extLst>
          </p:cNvPr>
          <p:cNvSpPr>
            <a:spLocks noGrp="1"/>
          </p:cNvSpPr>
          <p:nvPr>
            <p:ph type="title"/>
          </p:nvPr>
        </p:nvSpPr>
        <p:spPr>
          <a:xfrm>
            <a:off x="1024129" y="567963"/>
            <a:ext cx="9720072" cy="1286716"/>
          </a:xfrm>
        </p:spPr>
        <p:txBody>
          <a:bodyPr/>
          <a:lstStyle/>
          <a:p>
            <a:r>
              <a:rPr lang="en-US" dirty="0"/>
              <a:t>Project Architecture</a:t>
            </a:r>
          </a:p>
        </p:txBody>
      </p:sp>
      <p:sp>
        <p:nvSpPr>
          <p:cNvPr id="5" name="Footer Placeholder 4">
            <a:extLst>
              <a:ext uri="{FF2B5EF4-FFF2-40B4-BE49-F238E27FC236}">
                <a16:creationId xmlns:a16="http://schemas.microsoft.com/office/drawing/2014/main" id="{65A512FC-02DE-2A59-6BE5-590E01821C89}"/>
              </a:ext>
            </a:extLst>
          </p:cNvPr>
          <p:cNvSpPr>
            <a:spLocks noGrp="1"/>
          </p:cNvSpPr>
          <p:nvPr>
            <p:ph type="ftr" sz="quarter" idx="11"/>
          </p:nvPr>
        </p:nvSpPr>
        <p:spPr/>
        <p:txBody>
          <a:bodyPr/>
          <a:lstStyle/>
          <a:p>
            <a:r>
              <a:rPr lang="en-US" dirty="0"/>
              <a:t>Conference presentation</a:t>
            </a:r>
          </a:p>
        </p:txBody>
      </p:sp>
      <p:sp>
        <p:nvSpPr>
          <p:cNvPr id="6" name="Slide Number Placeholder 5">
            <a:extLst>
              <a:ext uri="{FF2B5EF4-FFF2-40B4-BE49-F238E27FC236}">
                <a16:creationId xmlns:a16="http://schemas.microsoft.com/office/drawing/2014/main" id="{0FCCA2FC-E28B-46B4-31C7-7FDD965FC4DC}"/>
              </a:ext>
            </a:extLst>
          </p:cNvPr>
          <p:cNvSpPr>
            <a:spLocks noGrp="1"/>
          </p:cNvSpPr>
          <p:nvPr>
            <p:ph type="sldNum" sz="quarter" idx="12"/>
          </p:nvPr>
        </p:nvSpPr>
        <p:spPr/>
        <p:txBody>
          <a:bodyPr/>
          <a:lstStyle/>
          <a:p>
            <a:fld id="{B5CEABB6-07DC-46E8-9B57-56EC44A396E5}" type="slidenum">
              <a:rPr lang="en-US" smtClean="0"/>
              <a:t>5</a:t>
            </a:fld>
            <a:endParaRPr lang="en-US" dirty="0"/>
          </a:p>
        </p:txBody>
      </p:sp>
      <p:pic>
        <p:nvPicPr>
          <p:cNvPr id="9" name="Picture 8">
            <a:extLst>
              <a:ext uri="{FF2B5EF4-FFF2-40B4-BE49-F238E27FC236}">
                <a16:creationId xmlns:a16="http://schemas.microsoft.com/office/drawing/2014/main" id="{8176ED7A-8A49-B4EA-4EF4-B34D57F46B48}"/>
              </a:ext>
            </a:extLst>
          </p:cNvPr>
          <p:cNvPicPr>
            <a:picLocks noChangeAspect="1"/>
          </p:cNvPicPr>
          <p:nvPr/>
        </p:nvPicPr>
        <p:blipFill>
          <a:blip r:embed="rId2"/>
          <a:srcRect/>
          <a:stretch/>
        </p:blipFill>
        <p:spPr>
          <a:xfrm>
            <a:off x="721962" y="2155911"/>
            <a:ext cx="9403113" cy="3425669"/>
          </a:xfrm>
          <a:prstGeom prst="rect">
            <a:avLst/>
          </a:prstGeom>
        </p:spPr>
      </p:pic>
    </p:spTree>
    <p:extLst>
      <p:ext uri="{BB962C8B-B14F-4D97-AF65-F5344CB8AC3E}">
        <p14:creationId xmlns:p14="http://schemas.microsoft.com/office/powerpoint/2010/main" val="407604512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43CD9990-7B28-BFEF-B7A0-E63A6F3C2254}"/>
              </a:ext>
            </a:extLst>
          </p:cNvPr>
          <p:cNvSpPr>
            <a:spLocks noGrp="1"/>
          </p:cNvSpPr>
          <p:nvPr>
            <p:ph type="title"/>
          </p:nvPr>
        </p:nvSpPr>
        <p:spPr>
          <a:xfrm>
            <a:off x="1024129" y="567963"/>
            <a:ext cx="9720072" cy="1286716"/>
          </a:xfrm>
        </p:spPr>
        <p:txBody>
          <a:bodyPr/>
          <a:lstStyle/>
          <a:p>
            <a:r>
              <a:rPr lang="en-US" dirty="0"/>
              <a:t>Application component details</a:t>
            </a:r>
          </a:p>
        </p:txBody>
      </p:sp>
      <p:sp>
        <p:nvSpPr>
          <p:cNvPr id="5" name="Footer Placeholder 4">
            <a:extLst>
              <a:ext uri="{FF2B5EF4-FFF2-40B4-BE49-F238E27FC236}">
                <a16:creationId xmlns:a16="http://schemas.microsoft.com/office/drawing/2014/main" id="{65A512FC-02DE-2A59-6BE5-590E01821C89}"/>
              </a:ext>
            </a:extLst>
          </p:cNvPr>
          <p:cNvSpPr>
            <a:spLocks noGrp="1"/>
          </p:cNvSpPr>
          <p:nvPr>
            <p:ph type="ftr" sz="quarter" idx="11"/>
          </p:nvPr>
        </p:nvSpPr>
        <p:spPr/>
        <p:txBody>
          <a:bodyPr/>
          <a:lstStyle/>
          <a:p>
            <a:r>
              <a:rPr lang="en-US" dirty="0"/>
              <a:t>Conference presentation</a:t>
            </a:r>
          </a:p>
        </p:txBody>
      </p:sp>
      <p:sp>
        <p:nvSpPr>
          <p:cNvPr id="6" name="Slide Number Placeholder 5">
            <a:extLst>
              <a:ext uri="{FF2B5EF4-FFF2-40B4-BE49-F238E27FC236}">
                <a16:creationId xmlns:a16="http://schemas.microsoft.com/office/drawing/2014/main" id="{0FCCA2FC-E28B-46B4-31C7-7FDD965FC4DC}"/>
              </a:ext>
            </a:extLst>
          </p:cNvPr>
          <p:cNvSpPr>
            <a:spLocks noGrp="1"/>
          </p:cNvSpPr>
          <p:nvPr>
            <p:ph type="sldNum" sz="quarter" idx="12"/>
          </p:nvPr>
        </p:nvSpPr>
        <p:spPr/>
        <p:txBody>
          <a:bodyPr/>
          <a:lstStyle/>
          <a:p>
            <a:fld id="{B5CEABB6-07DC-46E8-9B57-56EC44A396E5}" type="slidenum">
              <a:rPr lang="en-US" smtClean="0"/>
              <a:t>6</a:t>
            </a:fld>
            <a:endParaRPr lang="en-US" dirty="0"/>
          </a:p>
        </p:txBody>
      </p:sp>
      <p:graphicFrame>
        <p:nvGraphicFramePr>
          <p:cNvPr id="7" name="Table 8">
            <a:extLst>
              <a:ext uri="{FF2B5EF4-FFF2-40B4-BE49-F238E27FC236}">
                <a16:creationId xmlns:a16="http://schemas.microsoft.com/office/drawing/2014/main" id="{FD23EF06-DBC9-6AF9-0AF7-989A7A437D76}"/>
              </a:ext>
            </a:extLst>
          </p:cNvPr>
          <p:cNvGraphicFramePr>
            <a:graphicFrameLocks noGrp="1"/>
          </p:cNvGraphicFramePr>
          <p:nvPr>
            <p:ph idx="1"/>
            <p:extLst>
              <p:ext uri="{D42A27DB-BD31-4B8C-83A1-F6EECF244321}">
                <p14:modId xmlns:p14="http://schemas.microsoft.com/office/powerpoint/2010/main" val="2066209384"/>
              </p:ext>
            </p:extLst>
          </p:nvPr>
        </p:nvGraphicFramePr>
        <p:xfrm>
          <a:off x="1023938" y="1717964"/>
          <a:ext cx="9720262" cy="4579389"/>
        </p:xfrm>
        <a:graphic>
          <a:graphicData uri="http://schemas.openxmlformats.org/drawingml/2006/table">
            <a:tbl>
              <a:tblPr firstRow="1" bandRow="1">
                <a:tableStyleId>{5C22544A-7EE6-4342-B048-85BDC9FD1C3A}</a:tableStyleId>
              </a:tblPr>
              <a:tblGrid>
                <a:gridCol w="2707553">
                  <a:extLst>
                    <a:ext uri="{9D8B030D-6E8A-4147-A177-3AD203B41FA5}">
                      <a16:colId xmlns:a16="http://schemas.microsoft.com/office/drawing/2014/main" val="2763463945"/>
                    </a:ext>
                  </a:extLst>
                </a:gridCol>
                <a:gridCol w="7012709">
                  <a:extLst>
                    <a:ext uri="{9D8B030D-6E8A-4147-A177-3AD203B41FA5}">
                      <a16:colId xmlns:a16="http://schemas.microsoft.com/office/drawing/2014/main" val="2395512550"/>
                    </a:ext>
                  </a:extLst>
                </a:gridCol>
              </a:tblGrid>
              <a:tr h="703503">
                <a:tc>
                  <a:txBody>
                    <a:bodyPr/>
                    <a:lstStyle/>
                    <a:p>
                      <a:pPr algn="ctr"/>
                      <a:r>
                        <a:rPr lang="en-US" dirty="0"/>
                        <a:t>Component Name</a:t>
                      </a:r>
                    </a:p>
                  </a:txBody>
                  <a:tcPr/>
                </a:tc>
                <a:tc>
                  <a:txBody>
                    <a:bodyPr/>
                    <a:lstStyle/>
                    <a:p>
                      <a:pPr algn="ctr"/>
                      <a:r>
                        <a:rPr lang="en-US" dirty="0"/>
                        <a:t>Component Description</a:t>
                      </a:r>
                    </a:p>
                  </a:txBody>
                  <a:tcPr/>
                </a:tc>
                <a:extLst>
                  <a:ext uri="{0D108BD9-81ED-4DB2-BD59-A6C34878D82A}">
                    <a16:rowId xmlns:a16="http://schemas.microsoft.com/office/drawing/2014/main" val="1886935569"/>
                  </a:ext>
                </a:extLst>
              </a:tr>
              <a:tr h="703503">
                <a:tc>
                  <a:txBody>
                    <a:bodyPr/>
                    <a:lstStyle/>
                    <a:p>
                      <a:r>
                        <a:rPr lang="en-US" sz="1200" dirty="0"/>
                        <a:t>Firewall</a:t>
                      </a:r>
                    </a:p>
                  </a:txBody>
                  <a:tcPr/>
                </a:tc>
                <a:tc>
                  <a:txBody>
                    <a:bodyPr/>
                    <a:lstStyle/>
                    <a:p>
                      <a:r>
                        <a:rPr lang="en-US" sz="1200" kern="1200" dirty="0">
                          <a:solidFill>
                            <a:schemeClr val="dk1"/>
                          </a:solidFill>
                          <a:latin typeface="+mn-lt"/>
                          <a:ea typeface="+mn-ea"/>
                          <a:cs typeface="+mn-cs"/>
                        </a:rPr>
                        <a:t>This is a web application firewall that monitors and controls incoming and outgoing network traffic based on predefined security policies. Its primary purpose is to protect the network from unauthorized access and cyberattacks by filtering traffic based on parameters such as IP addresses, ports, protocols, and application types. </a:t>
                      </a:r>
                    </a:p>
                  </a:txBody>
                  <a:tcPr/>
                </a:tc>
                <a:extLst>
                  <a:ext uri="{0D108BD9-81ED-4DB2-BD59-A6C34878D82A}">
                    <a16:rowId xmlns:a16="http://schemas.microsoft.com/office/drawing/2014/main" val="2706472719"/>
                  </a:ext>
                </a:extLst>
              </a:tr>
              <a:tr h="703503">
                <a:tc>
                  <a:txBody>
                    <a:bodyPr/>
                    <a:lstStyle/>
                    <a:p>
                      <a:r>
                        <a:rPr lang="en-US" sz="1200" kern="1200" dirty="0">
                          <a:solidFill>
                            <a:schemeClr val="dk1"/>
                          </a:solidFill>
                          <a:latin typeface="+mn-lt"/>
                          <a:ea typeface="+mn-ea"/>
                          <a:cs typeface="+mn-cs"/>
                        </a:rPr>
                        <a:t>Proxy wall</a:t>
                      </a:r>
                    </a:p>
                  </a:txBody>
                  <a:tcPr/>
                </a:tc>
                <a:tc>
                  <a:txBody>
                    <a:bodyPr/>
                    <a:lstStyle/>
                    <a:p>
                      <a:r>
                        <a:rPr lang="en-US" sz="1200" kern="1200" dirty="0">
                          <a:solidFill>
                            <a:schemeClr val="dk1"/>
                          </a:solidFill>
                          <a:latin typeface="+mn-lt"/>
                          <a:ea typeface="+mn-ea"/>
                          <a:cs typeface="+mn-cs"/>
                        </a:rPr>
                        <a:t>This is a proxy server that is used to act as intermediary between clients and servers on a network, allowing clients to make requests to servers indirectly through the proxy. The use of a proxy server is to provide improved performance by caching frequently accessed resources, enhanced security by filtering and blocking certain types of traffic, and anonymity by hiding the client's IP address from the server.</a:t>
                      </a:r>
                    </a:p>
                  </a:txBody>
                  <a:tcPr/>
                </a:tc>
                <a:extLst>
                  <a:ext uri="{0D108BD9-81ED-4DB2-BD59-A6C34878D82A}">
                    <a16:rowId xmlns:a16="http://schemas.microsoft.com/office/drawing/2014/main" val="1415226843"/>
                  </a:ext>
                </a:extLst>
              </a:tr>
              <a:tr h="703503">
                <a:tc>
                  <a:txBody>
                    <a:bodyPr/>
                    <a:lstStyle/>
                    <a:p>
                      <a:r>
                        <a:rPr lang="en-US" sz="1200" dirty="0"/>
                        <a:t>Web Server</a:t>
                      </a:r>
                    </a:p>
                  </a:txBody>
                  <a:tcPr/>
                </a:tc>
                <a:tc>
                  <a:txBody>
                    <a:bodyPr/>
                    <a:lstStyle/>
                    <a:p>
                      <a:r>
                        <a:rPr lang="en-US" sz="1200" dirty="0"/>
                        <a:t>This is an application web server that hosts the application. </a:t>
                      </a:r>
                      <a:r>
                        <a:rPr lang="en-US" sz="1200" kern="1200" dirty="0">
                          <a:solidFill>
                            <a:schemeClr val="dk1"/>
                          </a:solidFill>
                          <a:latin typeface="+mn-lt"/>
                          <a:ea typeface="+mn-ea"/>
                          <a:cs typeface="+mn-cs"/>
                        </a:rPr>
                        <a:t>The web server processes the request, retrieves the necessary resources (such as HTML files, images, or scripts), and sends them back to the client in the form of a response. </a:t>
                      </a:r>
                    </a:p>
                  </a:txBody>
                  <a:tcPr/>
                </a:tc>
                <a:extLst>
                  <a:ext uri="{0D108BD9-81ED-4DB2-BD59-A6C34878D82A}">
                    <a16:rowId xmlns:a16="http://schemas.microsoft.com/office/drawing/2014/main" val="1779330324"/>
                  </a:ext>
                </a:extLst>
              </a:tr>
              <a:tr h="703503">
                <a:tc>
                  <a:txBody>
                    <a:bodyPr/>
                    <a:lstStyle/>
                    <a:p>
                      <a:r>
                        <a:rPr lang="en-US" sz="1200" dirty="0"/>
                        <a:t>Business Layer</a:t>
                      </a:r>
                    </a:p>
                  </a:txBody>
                  <a:tcPr/>
                </a:tc>
                <a:tc>
                  <a:txBody>
                    <a:bodyPr/>
                    <a:lstStyle/>
                    <a:p>
                      <a:r>
                        <a:rPr lang="en-US" sz="1200" b="0" i="0" kern="1200" dirty="0">
                          <a:solidFill>
                            <a:schemeClr val="dk1"/>
                          </a:solidFill>
                          <a:effectLst/>
                          <a:latin typeface="+mn-lt"/>
                          <a:ea typeface="+mn-ea"/>
                          <a:cs typeface="+mn-cs"/>
                        </a:rPr>
                        <a:t>The business layer contains the business logic and rules that govern the behavior and functionality of the application, and is responsible for processing and manipulating data in accordance with those rules. It also contains the API Layer, its logic and application implementation</a:t>
                      </a:r>
                      <a:endParaRPr lang="en-US" sz="1200" dirty="0"/>
                    </a:p>
                  </a:txBody>
                  <a:tcPr/>
                </a:tc>
                <a:extLst>
                  <a:ext uri="{0D108BD9-81ED-4DB2-BD59-A6C34878D82A}">
                    <a16:rowId xmlns:a16="http://schemas.microsoft.com/office/drawing/2014/main" val="2693279206"/>
                  </a:ext>
                </a:extLst>
              </a:tr>
              <a:tr h="703503">
                <a:tc>
                  <a:txBody>
                    <a:bodyPr/>
                    <a:lstStyle/>
                    <a:p>
                      <a:r>
                        <a:rPr lang="en-US" sz="1200" dirty="0"/>
                        <a:t>Data Layer</a:t>
                      </a:r>
                    </a:p>
                  </a:txBody>
                  <a:tcPr/>
                </a:tc>
                <a:tc>
                  <a:txBody>
                    <a:bodyPr/>
                    <a:lstStyle/>
                    <a:p>
                      <a:r>
                        <a:rPr lang="en-US" sz="1200" b="0" i="0" kern="1200" dirty="0">
                          <a:solidFill>
                            <a:schemeClr val="dk1"/>
                          </a:solidFill>
                          <a:effectLst/>
                          <a:latin typeface="+mn-lt"/>
                          <a:ea typeface="+mn-ea"/>
                          <a:cs typeface="+mn-cs"/>
                        </a:rPr>
                        <a:t>By encapsulating the data storage and retrieval functions within a dedicated layer, the data layer allows for better code organization and promotes modularity, making it easier to modify and update the application's data storage and retrieval functionality without affecting other layers of the application. It also contains the Third Party service.</a:t>
                      </a:r>
                      <a:endParaRPr lang="en-US" sz="1200" dirty="0"/>
                    </a:p>
                  </a:txBody>
                  <a:tcPr/>
                </a:tc>
                <a:extLst>
                  <a:ext uri="{0D108BD9-81ED-4DB2-BD59-A6C34878D82A}">
                    <a16:rowId xmlns:a16="http://schemas.microsoft.com/office/drawing/2014/main" val="1068635364"/>
                  </a:ext>
                </a:extLst>
              </a:tr>
            </a:tbl>
          </a:graphicData>
        </a:graphic>
      </p:graphicFrame>
    </p:spTree>
    <p:extLst>
      <p:ext uri="{BB962C8B-B14F-4D97-AF65-F5344CB8AC3E}">
        <p14:creationId xmlns:p14="http://schemas.microsoft.com/office/powerpoint/2010/main" val="78344191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43CD9990-7B28-BFEF-B7A0-E63A6F3C2254}"/>
              </a:ext>
            </a:extLst>
          </p:cNvPr>
          <p:cNvSpPr>
            <a:spLocks noGrp="1"/>
          </p:cNvSpPr>
          <p:nvPr>
            <p:ph type="title"/>
          </p:nvPr>
        </p:nvSpPr>
        <p:spPr>
          <a:xfrm>
            <a:off x="1024129" y="567963"/>
            <a:ext cx="9720072" cy="1286716"/>
          </a:xfrm>
        </p:spPr>
        <p:txBody>
          <a:bodyPr/>
          <a:lstStyle/>
          <a:p>
            <a:r>
              <a:rPr lang="en-US" dirty="0"/>
              <a:t>Data flow diagram</a:t>
            </a:r>
          </a:p>
        </p:txBody>
      </p:sp>
      <p:sp>
        <p:nvSpPr>
          <p:cNvPr id="5" name="Footer Placeholder 4">
            <a:extLst>
              <a:ext uri="{FF2B5EF4-FFF2-40B4-BE49-F238E27FC236}">
                <a16:creationId xmlns:a16="http://schemas.microsoft.com/office/drawing/2014/main" id="{65A512FC-02DE-2A59-6BE5-590E01821C89}"/>
              </a:ext>
            </a:extLst>
          </p:cNvPr>
          <p:cNvSpPr>
            <a:spLocks noGrp="1"/>
          </p:cNvSpPr>
          <p:nvPr>
            <p:ph type="ftr" sz="quarter" idx="11"/>
          </p:nvPr>
        </p:nvSpPr>
        <p:spPr/>
        <p:txBody>
          <a:bodyPr/>
          <a:lstStyle/>
          <a:p>
            <a:r>
              <a:rPr lang="en-US" dirty="0"/>
              <a:t>Conference presentation</a:t>
            </a:r>
          </a:p>
        </p:txBody>
      </p:sp>
      <p:sp>
        <p:nvSpPr>
          <p:cNvPr id="6" name="Slide Number Placeholder 5">
            <a:extLst>
              <a:ext uri="{FF2B5EF4-FFF2-40B4-BE49-F238E27FC236}">
                <a16:creationId xmlns:a16="http://schemas.microsoft.com/office/drawing/2014/main" id="{0FCCA2FC-E28B-46B4-31C7-7FDD965FC4DC}"/>
              </a:ext>
            </a:extLst>
          </p:cNvPr>
          <p:cNvSpPr>
            <a:spLocks noGrp="1"/>
          </p:cNvSpPr>
          <p:nvPr>
            <p:ph type="sldNum" sz="quarter" idx="12"/>
          </p:nvPr>
        </p:nvSpPr>
        <p:spPr/>
        <p:txBody>
          <a:bodyPr/>
          <a:lstStyle/>
          <a:p>
            <a:fld id="{B5CEABB6-07DC-46E8-9B57-56EC44A396E5}" type="slidenum">
              <a:rPr lang="en-US" smtClean="0"/>
              <a:t>7</a:t>
            </a:fld>
            <a:endParaRPr lang="en-US" dirty="0"/>
          </a:p>
        </p:txBody>
      </p:sp>
      <p:pic>
        <p:nvPicPr>
          <p:cNvPr id="12" name="Espace réservé du contenu 11">
            <a:extLst>
              <a:ext uri="{FF2B5EF4-FFF2-40B4-BE49-F238E27FC236}">
                <a16:creationId xmlns:a16="http://schemas.microsoft.com/office/drawing/2014/main" id="{5ACC3D38-7262-F66B-D10A-FDD782CBEE90}"/>
              </a:ext>
            </a:extLst>
          </p:cNvPr>
          <p:cNvPicPr>
            <a:picLocks noGrp="1" noChangeAspect="1"/>
          </p:cNvPicPr>
          <p:nvPr>
            <p:ph idx="1"/>
          </p:nvPr>
        </p:nvPicPr>
        <p:blipFill>
          <a:blip r:embed="rId2"/>
          <a:stretch>
            <a:fillRect/>
          </a:stretch>
        </p:blipFill>
        <p:spPr>
          <a:xfrm>
            <a:off x="714805" y="2562226"/>
            <a:ext cx="9709747" cy="3259216"/>
          </a:xfrm>
        </p:spPr>
      </p:pic>
    </p:spTree>
    <p:extLst>
      <p:ext uri="{BB962C8B-B14F-4D97-AF65-F5344CB8AC3E}">
        <p14:creationId xmlns:p14="http://schemas.microsoft.com/office/powerpoint/2010/main" val="21227301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75655995-6616-39E7-B15F-5BE8BAD16ACB}"/>
              </a:ext>
            </a:extLst>
          </p:cNvPr>
          <p:cNvSpPr>
            <a:spLocks noGrp="1"/>
          </p:cNvSpPr>
          <p:nvPr>
            <p:ph type="dt" sz="half" idx="10"/>
          </p:nvPr>
        </p:nvSpPr>
        <p:spPr/>
        <p:txBody>
          <a:bodyPr/>
          <a:lstStyle/>
          <a:p>
            <a:r>
              <a:rPr lang="en-US"/>
              <a:t>20XX</a:t>
            </a:r>
            <a:endParaRPr lang="en-US" dirty="0"/>
          </a:p>
        </p:txBody>
      </p:sp>
      <p:sp>
        <p:nvSpPr>
          <p:cNvPr id="5" name="Footer Placeholder 4">
            <a:extLst>
              <a:ext uri="{FF2B5EF4-FFF2-40B4-BE49-F238E27FC236}">
                <a16:creationId xmlns:a16="http://schemas.microsoft.com/office/drawing/2014/main" id="{7C3CF915-C7F4-F7E2-245C-A1BB836E091B}"/>
              </a:ext>
            </a:extLst>
          </p:cNvPr>
          <p:cNvSpPr>
            <a:spLocks noGrp="1"/>
          </p:cNvSpPr>
          <p:nvPr>
            <p:ph type="ftr" sz="quarter" idx="11"/>
          </p:nvPr>
        </p:nvSpPr>
        <p:spPr/>
        <p:txBody>
          <a:bodyPr/>
          <a:lstStyle/>
          <a:p>
            <a:r>
              <a:rPr lang="en-US"/>
              <a:t>Conference presentation</a:t>
            </a:r>
            <a:endParaRPr lang="en-US" dirty="0"/>
          </a:p>
        </p:txBody>
      </p:sp>
      <p:sp>
        <p:nvSpPr>
          <p:cNvPr id="6" name="Slide Number Placeholder 5">
            <a:extLst>
              <a:ext uri="{FF2B5EF4-FFF2-40B4-BE49-F238E27FC236}">
                <a16:creationId xmlns:a16="http://schemas.microsoft.com/office/drawing/2014/main" id="{CC2C4BC0-2058-E9B0-0F32-084F6B106725}"/>
              </a:ext>
            </a:extLst>
          </p:cNvPr>
          <p:cNvSpPr>
            <a:spLocks noGrp="1"/>
          </p:cNvSpPr>
          <p:nvPr>
            <p:ph type="sldNum" sz="quarter" idx="12"/>
          </p:nvPr>
        </p:nvSpPr>
        <p:spPr/>
        <p:txBody>
          <a:bodyPr/>
          <a:lstStyle/>
          <a:p>
            <a:fld id="{B5CEABB6-07DC-46E8-9B57-56EC44A396E5}" type="slidenum">
              <a:rPr lang="en-US" smtClean="0"/>
              <a:t>8</a:t>
            </a:fld>
            <a:endParaRPr lang="en-US" dirty="0"/>
          </a:p>
        </p:txBody>
      </p:sp>
      <p:graphicFrame>
        <p:nvGraphicFramePr>
          <p:cNvPr id="8" name="Table 8">
            <a:extLst>
              <a:ext uri="{FF2B5EF4-FFF2-40B4-BE49-F238E27FC236}">
                <a16:creationId xmlns:a16="http://schemas.microsoft.com/office/drawing/2014/main" id="{055CC7B3-91C5-4448-87AE-2CB3C703A979}"/>
              </a:ext>
            </a:extLst>
          </p:cNvPr>
          <p:cNvGraphicFramePr>
            <a:graphicFrameLocks noGrp="1"/>
          </p:cNvGraphicFramePr>
          <p:nvPr>
            <p:extLst>
              <p:ext uri="{D42A27DB-BD31-4B8C-83A1-F6EECF244321}">
                <p14:modId xmlns:p14="http://schemas.microsoft.com/office/powerpoint/2010/main" val="3120901594"/>
              </p:ext>
            </p:extLst>
          </p:nvPr>
        </p:nvGraphicFramePr>
        <p:xfrm>
          <a:off x="-28575" y="1"/>
          <a:ext cx="12220575" cy="6970426"/>
        </p:xfrm>
        <a:graphic>
          <a:graphicData uri="http://schemas.openxmlformats.org/drawingml/2006/table">
            <a:tbl>
              <a:tblPr firstRow="1" bandRow="1">
                <a:tableStyleId>{21E4AEA4-8DFA-4A89-87EB-49C32662AFE0}</a:tableStyleId>
              </a:tblPr>
              <a:tblGrid>
                <a:gridCol w="953608">
                  <a:extLst>
                    <a:ext uri="{9D8B030D-6E8A-4147-A177-3AD203B41FA5}">
                      <a16:colId xmlns:a16="http://schemas.microsoft.com/office/drawing/2014/main" val="2793985914"/>
                    </a:ext>
                  </a:extLst>
                </a:gridCol>
                <a:gridCol w="1212111">
                  <a:extLst>
                    <a:ext uri="{9D8B030D-6E8A-4147-A177-3AD203B41FA5}">
                      <a16:colId xmlns:a16="http://schemas.microsoft.com/office/drawing/2014/main" val="534220307"/>
                    </a:ext>
                  </a:extLst>
                </a:gridCol>
                <a:gridCol w="3958856">
                  <a:extLst>
                    <a:ext uri="{9D8B030D-6E8A-4147-A177-3AD203B41FA5}">
                      <a16:colId xmlns:a16="http://schemas.microsoft.com/office/drawing/2014/main" val="2381625551"/>
                    </a:ext>
                  </a:extLst>
                </a:gridCol>
                <a:gridCol w="1059712">
                  <a:extLst>
                    <a:ext uri="{9D8B030D-6E8A-4147-A177-3AD203B41FA5}">
                      <a16:colId xmlns:a16="http://schemas.microsoft.com/office/drawing/2014/main" val="1989953495"/>
                    </a:ext>
                  </a:extLst>
                </a:gridCol>
                <a:gridCol w="1137683">
                  <a:extLst>
                    <a:ext uri="{9D8B030D-6E8A-4147-A177-3AD203B41FA5}">
                      <a16:colId xmlns:a16="http://schemas.microsoft.com/office/drawing/2014/main" val="2713534218"/>
                    </a:ext>
                  </a:extLst>
                </a:gridCol>
                <a:gridCol w="3898605">
                  <a:extLst>
                    <a:ext uri="{9D8B030D-6E8A-4147-A177-3AD203B41FA5}">
                      <a16:colId xmlns:a16="http://schemas.microsoft.com/office/drawing/2014/main" val="1100788024"/>
                    </a:ext>
                  </a:extLst>
                </a:gridCol>
              </a:tblGrid>
              <a:tr h="1094906">
                <a:tc>
                  <a:txBody>
                    <a:bodyPr/>
                    <a:lstStyle/>
                    <a:p>
                      <a:pPr algn="ctr"/>
                      <a:r>
                        <a:rPr lang="en-US" sz="1400" dirty="0"/>
                        <a:t>SNO</a:t>
                      </a:r>
                    </a:p>
                  </a:txBody>
                  <a:tcPr/>
                </a:tc>
                <a:tc>
                  <a:txBody>
                    <a:bodyPr/>
                    <a:lstStyle/>
                    <a:p>
                      <a:pPr algn="ctr"/>
                      <a:r>
                        <a:rPr lang="en-US" sz="1400" dirty="0"/>
                        <a:t>THREAT TITLE</a:t>
                      </a:r>
                    </a:p>
                  </a:txBody>
                  <a:tcPr/>
                </a:tc>
                <a:tc>
                  <a:txBody>
                    <a:bodyPr/>
                    <a:lstStyle/>
                    <a:p>
                      <a:pPr algn="ctr"/>
                      <a:r>
                        <a:rPr lang="en-US" sz="1400" dirty="0"/>
                        <a:t>MORE INFO</a:t>
                      </a:r>
                    </a:p>
                  </a:txBody>
                  <a:tcPr/>
                </a:tc>
                <a:tc>
                  <a:txBody>
                    <a:bodyPr/>
                    <a:lstStyle/>
                    <a:p>
                      <a:pPr algn="ctr"/>
                      <a:r>
                        <a:rPr lang="en-US" sz="1400" dirty="0"/>
                        <a:t>SEVERITY</a:t>
                      </a:r>
                    </a:p>
                    <a:p>
                      <a:pPr algn="ctr"/>
                      <a:r>
                        <a:rPr lang="en-US" sz="1400" dirty="0"/>
                        <a:t>(Critical, High, Medium, Low)</a:t>
                      </a:r>
                    </a:p>
                  </a:txBody>
                  <a:tcPr/>
                </a:tc>
                <a:tc>
                  <a:txBody>
                    <a:bodyPr/>
                    <a:lstStyle/>
                    <a:p>
                      <a:pPr algn="ctr"/>
                      <a:r>
                        <a:rPr lang="en-US" sz="1400" dirty="0"/>
                        <a:t>STRIDE MODEL CATEGORY</a:t>
                      </a:r>
                    </a:p>
                  </a:txBody>
                  <a:tcPr/>
                </a:tc>
                <a:tc>
                  <a:txBody>
                    <a:bodyPr/>
                    <a:lstStyle/>
                    <a:p>
                      <a:pPr algn="ctr"/>
                      <a:r>
                        <a:rPr lang="en-US" sz="1400" dirty="0"/>
                        <a:t>SUGGESTIONS</a:t>
                      </a:r>
                    </a:p>
                  </a:txBody>
                  <a:tcPr/>
                </a:tc>
                <a:extLst>
                  <a:ext uri="{0D108BD9-81ED-4DB2-BD59-A6C34878D82A}">
                    <a16:rowId xmlns:a16="http://schemas.microsoft.com/office/drawing/2014/main" val="1152017354"/>
                  </a:ext>
                </a:extLst>
              </a:tr>
              <a:tr h="1512700">
                <a:tc>
                  <a:txBody>
                    <a:bodyPr/>
                    <a:lstStyle/>
                    <a:p>
                      <a:pPr algn="ctr"/>
                      <a:r>
                        <a:rPr lang="en-US" sz="1100" dirty="0"/>
                        <a:t>THREAT01</a:t>
                      </a:r>
                    </a:p>
                  </a:txBody>
                  <a:tcPr/>
                </a:tc>
                <a:tc>
                  <a:txBody>
                    <a:bodyPr/>
                    <a:lstStyle/>
                    <a:p>
                      <a:pPr algn="ctr"/>
                      <a:r>
                        <a:rPr lang="en-US" sz="1100" dirty="0"/>
                        <a:t>DDOS not enabled on Firewall</a:t>
                      </a:r>
                    </a:p>
                  </a:txBody>
                  <a:tcPr/>
                </a:tc>
                <a:tc>
                  <a:txBody>
                    <a:bodyPr/>
                    <a:lstStyle/>
                    <a:p>
                      <a:pPr algn="ctr"/>
                      <a:r>
                        <a:rPr lang="en-US" sz="1100" b="0" i="0" kern="1200" dirty="0">
                          <a:solidFill>
                            <a:schemeClr val="dk1"/>
                          </a:solidFill>
                          <a:effectLst/>
                          <a:latin typeface="+mn-lt"/>
                          <a:ea typeface="+mn-ea"/>
                          <a:cs typeface="+mn-cs"/>
                        </a:rPr>
                        <a:t>Denial of Service (DoS) involves an attacker attempting to disrupt or disable the normal functioning of a system or network. In the case of a Distributed Denial of Service (DDoS) attack, an attacker can flood a target system with a large volume of traffic, overwhelming its capacity and making it unavailable to legitimate users. If the firewall is not configured to detect and mitigate DDoS attacks, the system may be vulnerable to such attacks, leading to downtime and disruption of service.</a:t>
                      </a:r>
                      <a:endParaRPr lang="en-US" sz="1100" dirty="0"/>
                    </a:p>
                  </a:txBody>
                  <a:tcPr/>
                </a:tc>
                <a:tc>
                  <a:txBody>
                    <a:bodyPr/>
                    <a:lstStyle/>
                    <a:p>
                      <a:pPr algn="ctr"/>
                      <a:r>
                        <a:rPr lang="en-US" sz="1100" dirty="0"/>
                        <a:t>Critical</a:t>
                      </a:r>
                    </a:p>
                  </a:txBody>
                  <a:tcPr/>
                </a:tc>
                <a:tc>
                  <a:txBody>
                    <a:bodyPr/>
                    <a:lstStyle/>
                    <a:p>
                      <a:pPr algn="ctr"/>
                      <a:r>
                        <a:rPr lang="en-US" sz="1100" dirty="0"/>
                        <a:t>Denial of Service</a:t>
                      </a:r>
                    </a:p>
                  </a:txBody>
                  <a:tcPr/>
                </a:tc>
                <a:tc>
                  <a:txBody>
                    <a:bodyPr/>
                    <a:lstStyle/>
                    <a:p>
                      <a:pPr algn="ctr"/>
                      <a:r>
                        <a:rPr lang="en-US" sz="1100" b="0" i="0" kern="1200" dirty="0">
                          <a:solidFill>
                            <a:schemeClr val="dk1"/>
                          </a:solidFill>
                          <a:effectLst/>
                          <a:latin typeface="+mn-lt"/>
                          <a:ea typeface="+mn-ea"/>
                          <a:cs typeface="+mn-cs"/>
                        </a:rPr>
                        <a:t>To mitigate this threat, it's important to implement proper DoS and DDoS protection measures, such as configuring firewalls to detect and block suspicious traffic, using rate limiting and throttling mechanisms, and deploying specialized anti-DDoS solutions. Additionally, regular testing and monitoring should be conducted to identify and address potential vulnerabilities in the system.</a:t>
                      </a:r>
                      <a:endParaRPr lang="en-US" sz="1100" dirty="0"/>
                    </a:p>
                  </a:txBody>
                  <a:tcPr/>
                </a:tc>
                <a:extLst>
                  <a:ext uri="{0D108BD9-81ED-4DB2-BD59-A6C34878D82A}">
                    <a16:rowId xmlns:a16="http://schemas.microsoft.com/office/drawing/2014/main" val="67923255"/>
                  </a:ext>
                </a:extLst>
              </a:tr>
              <a:tr h="1383468">
                <a:tc>
                  <a:txBody>
                    <a:bodyPr/>
                    <a:lstStyle/>
                    <a:p>
                      <a:pPr algn="ctr"/>
                      <a:r>
                        <a:rPr lang="en-US" sz="1100" dirty="0"/>
                        <a:t>THREAT02</a:t>
                      </a:r>
                    </a:p>
                  </a:txBody>
                  <a:tcPr/>
                </a:tc>
                <a:tc>
                  <a:txBody>
                    <a:bodyPr/>
                    <a:lstStyle/>
                    <a:p>
                      <a:pPr algn="ctr"/>
                      <a:r>
                        <a:rPr lang="en-US" sz="1100" dirty="0"/>
                        <a:t>Database is not encrypted</a:t>
                      </a:r>
                    </a:p>
                  </a:txBody>
                  <a:tcPr/>
                </a:tc>
                <a:tc>
                  <a:txBody>
                    <a:bodyPr/>
                    <a:lstStyle/>
                    <a:p>
                      <a:pPr algn="ctr"/>
                      <a:r>
                        <a:rPr lang="en-US" sz="1100" b="0" i="0" kern="1200" dirty="0">
                          <a:solidFill>
                            <a:schemeClr val="dk1"/>
                          </a:solidFill>
                          <a:effectLst/>
                          <a:latin typeface="+mn-lt"/>
                          <a:ea typeface="+mn-ea"/>
                          <a:cs typeface="+mn-cs"/>
                        </a:rPr>
                        <a:t>Information Disclosure involves an attacker gaining unauthorized access to sensitive information, such as personal or financial data. In the case of a database that is not encrypted, an attacker could potentially gain access to the sensitive information stored within the database by intercepting traffic, exploiting vulnerabilities, or using other attack techniques.</a:t>
                      </a:r>
                      <a:endParaRPr lang="en-US" sz="1100" dirty="0"/>
                    </a:p>
                  </a:txBody>
                  <a:tcPr/>
                </a:tc>
                <a:tc>
                  <a:txBody>
                    <a:bodyPr/>
                    <a:lstStyle/>
                    <a:p>
                      <a:pPr algn="ctr"/>
                      <a:r>
                        <a:rPr lang="en-US" sz="1100" dirty="0"/>
                        <a:t>Critical</a:t>
                      </a:r>
                    </a:p>
                  </a:txBody>
                  <a:tcPr/>
                </a:tc>
                <a:tc>
                  <a:txBody>
                    <a:bodyPr/>
                    <a:lstStyle/>
                    <a:p>
                      <a:pPr algn="ctr"/>
                      <a:r>
                        <a:rPr lang="en-US" sz="1100" dirty="0"/>
                        <a:t>Information Disclosure</a:t>
                      </a:r>
                    </a:p>
                  </a:txBody>
                  <a:tcPr/>
                </a:tc>
                <a:tc>
                  <a:txBody>
                    <a:bodyPr/>
                    <a:lstStyle/>
                    <a:p>
                      <a:pPr algn="ctr"/>
                      <a:r>
                        <a:rPr lang="en-US" sz="1100" b="0" i="0" kern="1200" dirty="0">
                          <a:solidFill>
                            <a:schemeClr val="dk1"/>
                          </a:solidFill>
                          <a:effectLst/>
                          <a:latin typeface="+mn-lt"/>
                          <a:ea typeface="+mn-ea"/>
                          <a:cs typeface="+mn-cs"/>
                        </a:rPr>
                        <a:t>To mitigate this threat, it's important to implement strong encryption measures to protect sensitive data stored in databases. This may include using encryption algorithms to encrypt data at rest, as well as implementing secure communication protocols to protect data in transit. Additionally, access to the database should be carefully controlled and monitored, and strong authentication and access control measures should be put in place to limit access to authorized personnel only</a:t>
                      </a:r>
                      <a:endParaRPr lang="en-US" sz="1100" dirty="0"/>
                    </a:p>
                  </a:txBody>
                  <a:tcPr/>
                </a:tc>
                <a:extLst>
                  <a:ext uri="{0D108BD9-81ED-4DB2-BD59-A6C34878D82A}">
                    <a16:rowId xmlns:a16="http://schemas.microsoft.com/office/drawing/2014/main" val="1832649443"/>
                  </a:ext>
                </a:extLst>
              </a:tr>
              <a:tr h="1354226">
                <a:tc>
                  <a:txBody>
                    <a:bodyPr/>
                    <a:lstStyle/>
                    <a:p>
                      <a:pPr algn="ctr"/>
                      <a:r>
                        <a:rPr lang="en-US" sz="1100" dirty="0"/>
                        <a:t>THREAT03</a:t>
                      </a:r>
                    </a:p>
                  </a:txBody>
                  <a:tcPr/>
                </a:tc>
                <a:tc>
                  <a:txBody>
                    <a:bodyPr/>
                    <a:lstStyle/>
                    <a:p>
                      <a:pPr algn="ctr"/>
                      <a:r>
                        <a:rPr lang="en-US" sz="1100" dirty="0"/>
                        <a:t>User input is not validated at server side</a:t>
                      </a:r>
                    </a:p>
                  </a:txBody>
                  <a:tcPr/>
                </a:tc>
                <a:tc>
                  <a:txBody>
                    <a:bodyPr/>
                    <a:lstStyle/>
                    <a:p>
                      <a:pPr algn="ctr"/>
                      <a:r>
                        <a:rPr lang="en-US" sz="1100" b="0" i="0" kern="1200" dirty="0">
                          <a:solidFill>
                            <a:schemeClr val="dk1"/>
                          </a:solidFill>
                          <a:effectLst/>
                          <a:latin typeface="+mn-lt"/>
                          <a:ea typeface="+mn-ea"/>
                          <a:cs typeface="+mn-cs"/>
                        </a:rPr>
                        <a:t>Spoofing involves an attacker impersonating a legitimate user or system in order to gain unauthorized access to resources or to perform malicious actions. In the case of user input not being validated at the server side, an attacker could potentially submit malicious input to the server, pretending to be a legitimate user. This could lead to a variety of security issues, such as injection attacks or privilege escalation.</a:t>
                      </a:r>
                      <a:endParaRPr lang="en-US" sz="1100" dirty="0"/>
                    </a:p>
                  </a:txBody>
                  <a:tcPr/>
                </a:tc>
                <a:tc>
                  <a:txBody>
                    <a:bodyPr/>
                    <a:lstStyle/>
                    <a:p>
                      <a:pPr algn="ctr"/>
                      <a:r>
                        <a:rPr lang="en-US" sz="1100" dirty="0"/>
                        <a:t>Critical</a:t>
                      </a:r>
                    </a:p>
                  </a:txBody>
                  <a:tcPr/>
                </a:tc>
                <a:tc>
                  <a:txBody>
                    <a:bodyPr/>
                    <a:lstStyle/>
                    <a:p>
                      <a:pPr algn="ctr"/>
                      <a:r>
                        <a:rPr lang="en-US" sz="1100" dirty="0"/>
                        <a:t>Spoofing</a:t>
                      </a:r>
                    </a:p>
                  </a:txBody>
                  <a:tcPr/>
                </a:tc>
                <a:tc>
                  <a:txBody>
                    <a:bodyPr/>
                    <a:lstStyle/>
                    <a:p>
                      <a:pPr algn="ctr"/>
                      <a:r>
                        <a:rPr lang="en-US" sz="1100" b="0" i="0" kern="1200" dirty="0">
                          <a:solidFill>
                            <a:schemeClr val="dk1"/>
                          </a:solidFill>
                          <a:effectLst/>
                          <a:latin typeface="+mn-lt"/>
                          <a:ea typeface="+mn-ea"/>
                          <a:cs typeface="+mn-cs"/>
                        </a:rPr>
                        <a:t>To mitigate this threat, it's important to implement proper input validation measures on the server side, such as input validation routines, type checking, and data sanitization. Additionally, access to sensitive data should be carefully controlled and monitored, and authentication and access control measures should be put in place to limit access to authorized personnel only</a:t>
                      </a:r>
                      <a:endParaRPr lang="en-US" sz="1100" dirty="0"/>
                    </a:p>
                  </a:txBody>
                  <a:tcPr/>
                </a:tc>
                <a:extLst>
                  <a:ext uri="{0D108BD9-81ED-4DB2-BD59-A6C34878D82A}">
                    <a16:rowId xmlns:a16="http://schemas.microsoft.com/office/drawing/2014/main" val="133447604"/>
                  </a:ext>
                </a:extLst>
              </a:tr>
              <a:tr h="1512700">
                <a:tc>
                  <a:txBody>
                    <a:bodyPr/>
                    <a:lstStyle/>
                    <a:p>
                      <a:pPr algn="ctr"/>
                      <a:r>
                        <a:rPr lang="en-US" sz="1100" dirty="0"/>
                        <a:t>THREAT04</a:t>
                      </a:r>
                    </a:p>
                  </a:txBody>
                  <a:tcPr/>
                </a:tc>
                <a:tc>
                  <a:txBody>
                    <a:bodyPr/>
                    <a:lstStyle/>
                    <a:p>
                      <a:pPr algn="ctr"/>
                      <a:r>
                        <a:rPr lang="en-US" sz="1100" dirty="0"/>
                        <a:t>Logs are not backed up on a different server</a:t>
                      </a:r>
                    </a:p>
                  </a:txBody>
                  <a:tcPr/>
                </a:tc>
                <a:tc>
                  <a:txBody>
                    <a:bodyPr/>
                    <a:lstStyle/>
                    <a:p>
                      <a:pPr algn="ctr"/>
                      <a:r>
                        <a:rPr lang="en-US" sz="1100" b="0" i="0" kern="1200" dirty="0">
                          <a:solidFill>
                            <a:schemeClr val="dk1"/>
                          </a:solidFill>
                          <a:effectLst/>
                          <a:latin typeface="+mn-lt"/>
                          <a:ea typeface="+mn-ea"/>
                          <a:cs typeface="+mn-cs"/>
                        </a:rPr>
                        <a:t>Data Tampering involves an attacker modifying or manipulating data in order to cause harm or gain unauthorized access to resources. In the case of logs not being backed up on a different server, an attacker could potentially tamper with the logs on the original server, which could allow them to cover up their tracks or hide their actions. This could make it difficult or impossible to detect malicious activity, which could have serious consequences for the security of the system.</a:t>
                      </a:r>
                      <a:endParaRPr lang="en-US" sz="1100" dirty="0"/>
                    </a:p>
                  </a:txBody>
                  <a:tcPr/>
                </a:tc>
                <a:tc>
                  <a:txBody>
                    <a:bodyPr/>
                    <a:lstStyle/>
                    <a:p>
                      <a:pPr algn="ctr"/>
                      <a:r>
                        <a:rPr lang="en-US" sz="1100" dirty="0"/>
                        <a:t>Critical</a:t>
                      </a:r>
                    </a:p>
                  </a:txBody>
                  <a:tcPr/>
                </a:tc>
                <a:tc>
                  <a:txBody>
                    <a:bodyPr/>
                    <a:lstStyle/>
                    <a:p>
                      <a:pPr algn="ctr"/>
                      <a:r>
                        <a:rPr lang="en-US" sz="1100" dirty="0"/>
                        <a:t>Tampering</a:t>
                      </a:r>
                    </a:p>
                  </a:txBody>
                  <a:tcPr/>
                </a:tc>
                <a:tc>
                  <a:txBody>
                    <a:bodyPr/>
                    <a:lstStyle/>
                    <a:p>
                      <a:pPr algn="ctr"/>
                      <a:r>
                        <a:rPr lang="en-US" sz="1100" b="0" i="0" kern="1200" dirty="0">
                          <a:solidFill>
                            <a:schemeClr val="dk1"/>
                          </a:solidFill>
                          <a:effectLst/>
                          <a:latin typeface="+mn-lt"/>
                          <a:ea typeface="+mn-ea"/>
                          <a:cs typeface="+mn-cs"/>
                        </a:rPr>
                        <a:t>To mitigate this threat, it's important to implement proper backup and disaster recovery procedures, including regular backups of logs to a separate, secure location. Additionally, access to log files should be restricted to authorized personnel only, and any changes to logs should be carefully monitored and audited.</a:t>
                      </a:r>
                      <a:endParaRPr lang="en-US" sz="1100" dirty="0"/>
                    </a:p>
                  </a:txBody>
                  <a:tcPr/>
                </a:tc>
                <a:extLst>
                  <a:ext uri="{0D108BD9-81ED-4DB2-BD59-A6C34878D82A}">
                    <a16:rowId xmlns:a16="http://schemas.microsoft.com/office/drawing/2014/main" val="234135157"/>
                  </a:ext>
                </a:extLst>
              </a:tr>
            </a:tbl>
          </a:graphicData>
        </a:graphic>
      </p:graphicFrame>
    </p:spTree>
    <p:extLst>
      <p:ext uri="{BB962C8B-B14F-4D97-AF65-F5344CB8AC3E}">
        <p14:creationId xmlns:p14="http://schemas.microsoft.com/office/powerpoint/2010/main" val="275447838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75655995-6616-39E7-B15F-5BE8BAD16ACB}"/>
              </a:ext>
            </a:extLst>
          </p:cNvPr>
          <p:cNvSpPr>
            <a:spLocks noGrp="1"/>
          </p:cNvSpPr>
          <p:nvPr>
            <p:ph type="dt" sz="half" idx="10"/>
          </p:nvPr>
        </p:nvSpPr>
        <p:spPr/>
        <p:txBody>
          <a:bodyPr/>
          <a:lstStyle/>
          <a:p>
            <a:r>
              <a:rPr lang="en-US"/>
              <a:t>20XX</a:t>
            </a:r>
            <a:endParaRPr lang="en-US" dirty="0"/>
          </a:p>
        </p:txBody>
      </p:sp>
      <p:sp>
        <p:nvSpPr>
          <p:cNvPr id="5" name="Footer Placeholder 4">
            <a:extLst>
              <a:ext uri="{FF2B5EF4-FFF2-40B4-BE49-F238E27FC236}">
                <a16:creationId xmlns:a16="http://schemas.microsoft.com/office/drawing/2014/main" id="{7C3CF915-C7F4-F7E2-245C-A1BB836E091B}"/>
              </a:ext>
            </a:extLst>
          </p:cNvPr>
          <p:cNvSpPr>
            <a:spLocks noGrp="1"/>
          </p:cNvSpPr>
          <p:nvPr>
            <p:ph type="ftr" sz="quarter" idx="11"/>
          </p:nvPr>
        </p:nvSpPr>
        <p:spPr/>
        <p:txBody>
          <a:bodyPr/>
          <a:lstStyle/>
          <a:p>
            <a:r>
              <a:rPr lang="en-US"/>
              <a:t>Conference presentation</a:t>
            </a:r>
            <a:endParaRPr lang="en-US" dirty="0"/>
          </a:p>
        </p:txBody>
      </p:sp>
      <p:sp>
        <p:nvSpPr>
          <p:cNvPr id="6" name="Slide Number Placeholder 5">
            <a:extLst>
              <a:ext uri="{FF2B5EF4-FFF2-40B4-BE49-F238E27FC236}">
                <a16:creationId xmlns:a16="http://schemas.microsoft.com/office/drawing/2014/main" id="{CC2C4BC0-2058-E9B0-0F32-084F6B106725}"/>
              </a:ext>
            </a:extLst>
          </p:cNvPr>
          <p:cNvSpPr>
            <a:spLocks noGrp="1"/>
          </p:cNvSpPr>
          <p:nvPr>
            <p:ph type="sldNum" sz="quarter" idx="12"/>
          </p:nvPr>
        </p:nvSpPr>
        <p:spPr/>
        <p:txBody>
          <a:bodyPr/>
          <a:lstStyle/>
          <a:p>
            <a:fld id="{B5CEABB6-07DC-46E8-9B57-56EC44A396E5}" type="slidenum">
              <a:rPr lang="en-US" smtClean="0"/>
              <a:t>9</a:t>
            </a:fld>
            <a:endParaRPr lang="en-US" dirty="0"/>
          </a:p>
        </p:txBody>
      </p:sp>
      <p:graphicFrame>
        <p:nvGraphicFramePr>
          <p:cNvPr id="8" name="Table 8">
            <a:extLst>
              <a:ext uri="{FF2B5EF4-FFF2-40B4-BE49-F238E27FC236}">
                <a16:creationId xmlns:a16="http://schemas.microsoft.com/office/drawing/2014/main" id="{055CC7B3-91C5-4448-87AE-2CB3C703A979}"/>
              </a:ext>
            </a:extLst>
          </p:cNvPr>
          <p:cNvGraphicFramePr>
            <a:graphicFrameLocks noGrp="1"/>
          </p:cNvGraphicFramePr>
          <p:nvPr>
            <p:extLst>
              <p:ext uri="{D42A27DB-BD31-4B8C-83A1-F6EECF244321}">
                <p14:modId xmlns:p14="http://schemas.microsoft.com/office/powerpoint/2010/main" val="1329759179"/>
              </p:ext>
            </p:extLst>
          </p:nvPr>
        </p:nvGraphicFramePr>
        <p:xfrm>
          <a:off x="-9525" y="-1840830"/>
          <a:ext cx="12201525" cy="8650704"/>
        </p:xfrm>
        <a:graphic>
          <a:graphicData uri="http://schemas.openxmlformats.org/drawingml/2006/table">
            <a:tbl>
              <a:tblPr firstRow="1" bandRow="1">
                <a:tableStyleId>{21E4AEA4-8DFA-4A89-87EB-49C32662AFE0}</a:tableStyleId>
              </a:tblPr>
              <a:tblGrid>
                <a:gridCol w="2026757">
                  <a:extLst>
                    <a:ext uri="{9D8B030D-6E8A-4147-A177-3AD203B41FA5}">
                      <a16:colId xmlns:a16="http://schemas.microsoft.com/office/drawing/2014/main" val="2793985914"/>
                    </a:ext>
                  </a:extLst>
                </a:gridCol>
                <a:gridCol w="1242304">
                  <a:extLst>
                    <a:ext uri="{9D8B030D-6E8A-4147-A177-3AD203B41FA5}">
                      <a16:colId xmlns:a16="http://schemas.microsoft.com/office/drawing/2014/main" val="534220307"/>
                    </a:ext>
                  </a:extLst>
                </a:gridCol>
                <a:gridCol w="2775843">
                  <a:extLst>
                    <a:ext uri="{9D8B030D-6E8A-4147-A177-3AD203B41FA5}">
                      <a16:colId xmlns:a16="http://schemas.microsoft.com/office/drawing/2014/main" val="2381625551"/>
                    </a:ext>
                  </a:extLst>
                </a:gridCol>
                <a:gridCol w="1938531">
                  <a:extLst>
                    <a:ext uri="{9D8B030D-6E8A-4147-A177-3AD203B41FA5}">
                      <a16:colId xmlns:a16="http://schemas.microsoft.com/office/drawing/2014/main" val="1989953495"/>
                    </a:ext>
                  </a:extLst>
                </a:gridCol>
                <a:gridCol w="1648231">
                  <a:extLst>
                    <a:ext uri="{9D8B030D-6E8A-4147-A177-3AD203B41FA5}">
                      <a16:colId xmlns:a16="http://schemas.microsoft.com/office/drawing/2014/main" val="2713534218"/>
                    </a:ext>
                  </a:extLst>
                </a:gridCol>
                <a:gridCol w="2569859">
                  <a:extLst>
                    <a:ext uri="{9D8B030D-6E8A-4147-A177-3AD203B41FA5}">
                      <a16:colId xmlns:a16="http://schemas.microsoft.com/office/drawing/2014/main" val="1100788024"/>
                    </a:ext>
                  </a:extLst>
                </a:gridCol>
              </a:tblGrid>
              <a:tr h="706174">
                <a:tc>
                  <a:txBody>
                    <a:bodyPr/>
                    <a:lstStyle/>
                    <a:p>
                      <a:pPr algn="ctr"/>
                      <a:r>
                        <a:rPr lang="en-US" sz="1400" dirty="0"/>
                        <a:t>SNO</a:t>
                      </a:r>
                    </a:p>
                  </a:txBody>
                  <a:tcPr/>
                </a:tc>
                <a:tc>
                  <a:txBody>
                    <a:bodyPr/>
                    <a:lstStyle/>
                    <a:p>
                      <a:pPr algn="ctr"/>
                      <a:r>
                        <a:rPr lang="en-US" sz="1400" dirty="0"/>
                        <a:t>THREAT TITLE</a:t>
                      </a:r>
                    </a:p>
                  </a:txBody>
                  <a:tcPr/>
                </a:tc>
                <a:tc>
                  <a:txBody>
                    <a:bodyPr/>
                    <a:lstStyle/>
                    <a:p>
                      <a:pPr algn="ctr"/>
                      <a:r>
                        <a:rPr lang="en-US" sz="1400" dirty="0"/>
                        <a:t>MORE INFO</a:t>
                      </a:r>
                    </a:p>
                  </a:txBody>
                  <a:tcPr/>
                </a:tc>
                <a:tc>
                  <a:txBody>
                    <a:bodyPr/>
                    <a:lstStyle/>
                    <a:p>
                      <a:pPr algn="ctr"/>
                      <a:r>
                        <a:rPr lang="en-US" sz="1400" dirty="0"/>
                        <a:t>SEVERITY</a:t>
                      </a:r>
                    </a:p>
                    <a:p>
                      <a:pPr algn="ctr"/>
                      <a:r>
                        <a:rPr lang="en-US" sz="1400" dirty="0"/>
                        <a:t>(Critical=0,High=1,Medium=2,Low=3)</a:t>
                      </a:r>
                    </a:p>
                  </a:txBody>
                  <a:tcPr/>
                </a:tc>
                <a:tc>
                  <a:txBody>
                    <a:bodyPr/>
                    <a:lstStyle/>
                    <a:p>
                      <a:pPr algn="ctr"/>
                      <a:r>
                        <a:rPr lang="en-US" sz="1400" dirty="0"/>
                        <a:t>STRIDE MODEL CATEGORY</a:t>
                      </a:r>
                    </a:p>
                  </a:txBody>
                  <a:tcPr/>
                </a:tc>
                <a:tc>
                  <a:txBody>
                    <a:bodyPr/>
                    <a:lstStyle/>
                    <a:p>
                      <a:pPr algn="ctr"/>
                      <a:r>
                        <a:rPr lang="en-US" sz="1400" dirty="0"/>
                        <a:t>SUGGESTIONS</a:t>
                      </a:r>
                    </a:p>
                  </a:txBody>
                  <a:tcPr/>
                </a:tc>
                <a:extLst>
                  <a:ext uri="{0D108BD9-81ED-4DB2-BD59-A6C34878D82A}">
                    <a16:rowId xmlns:a16="http://schemas.microsoft.com/office/drawing/2014/main" val="1152017354"/>
                  </a:ext>
                </a:extLst>
              </a:tr>
              <a:tr h="175582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00" dirty="0"/>
                        <a:t>THREAT05</a:t>
                      </a:r>
                    </a:p>
                    <a:p>
                      <a:endParaRPr lang="en-US" dirty="0"/>
                    </a:p>
                  </a:txBody>
                  <a:tcPr/>
                </a:tc>
                <a:tc>
                  <a:txBody>
                    <a:bodyPr/>
                    <a:lstStyle/>
                    <a:p>
                      <a:r>
                        <a:rPr lang="fr-FR" sz="1200" kern="1200" dirty="0">
                          <a:solidFill>
                            <a:schemeClr val="dk1"/>
                          </a:solidFill>
                          <a:effectLst/>
                          <a:latin typeface="+mn-lt"/>
                          <a:ea typeface="+mn-ea"/>
                          <a:cs typeface="+mn-cs"/>
                        </a:rPr>
                        <a:t>Cross Site Scripting</a:t>
                      </a:r>
                      <a:endParaRPr lang="en-US" sz="1200" dirty="0"/>
                    </a:p>
                  </a:txBody>
                  <a:tcPr/>
                </a:tc>
                <a:tc>
                  <a:txBody>
                    <a:bodyPr/>
                    <a:lstStyle/>
                    <a:p>
                      <a:pPr marL="0" marR="0" algn="just">
                        <a:buNone/>
                      </a:pPr>
                      <a:r>
                        <a:rPr lang="en-US" sz="900" dirty="0">
                          <a:solidFill>
                            <a:srgbClr val="000000"/>
                          </a:solidFill>
                          <a:effectLst/>
                          <a:latin typeface="Arial" panose="020B0604020202020204" pitchFamily="34" charset="0"/>
                          <a:ea typeface="Arial" panose="020B0604020202020204" pitchFamily="34" charset="0"/>
                        </a:rPr>
                        <a:t>Cross Site Scripting (XSS) is a type of security vulnerability that allows attackers to inject malicious scripts into web pages viewed by other users. If the web server does not properly sanitize user input before displaying it, an attacker could inject JavaScript code that executes in victims' browsers, potentially stealing session cookies, credentials, or performing actions on behalf of the user. This is classified as Tampering because the attacker modifies the intended behavior of the web application.</a:t>
                      </a:r>
                      <a:endParaRPr lang="fr-FR" sz="1100" dirty="0">
                        <a:effectLst/>
                        <a:latin typeface="Arial" panose="020B0604020202020204" pitchFamily="34" charset="0"/>
                        <a:ea typeface="Arial" panose="020B0604020202020204" pitchFamily="34" charset="0"/>
                      </a:endParaRPr>
                    </a:p>
                  </a:txBody>
                  <a:tcPr marL="63500" marR="63500" marT="50800" marB="50800" anchor="ctr"/>
                </a:tc>
                <a:tc>
                  <a:txBody>
                    <a:bodyPr/>
                    <a:lstStyle/>
                    <a:p>
                      <a:pPr algn="ctr"/>
                      <a:r>
                        <a:rPr lang="fr-FR" sz="1800" kern="1200" dirty="0">
                          <a:solidFill>
                            <a:schemeClr val="dk1"/>
                          </a:solidFill>
                          <a:effectLst/>
                          <a:latin typeface="+mn-lt"/>
                          <a:ea typeface="+mn-ea"/>
                          <a:cs typeface="+mn-cs"/>
                        </a:rPr>
                        <a:t>High</a:t>
                      </a:r>
                      <a:endParaRPr lang="en-US" dirty="0"/>
                    </a:p>
                  </a:txBody>
                  <a:tcPr/>
                </a:tc>
                <a:tc>
                  <a:txBody>
                    <a:bodyPr/>
                    <a:lstStyle/>
                    <a:p>
                      <a:pPr algn="ctr"/>
                      <a:r>
                        <a:rPr lang="fr-FR" sz="1800" kern="1200" dirty="0" err="1">
                          <a:solidFill>
                            <a:schemeClr val="dk1"/>
                          </a:solidFill>
                          <a:effectLst/>
                          <a:latin typeface="+mn-lt"/>
                          <a:ea typeface="+mn-ea"/>
                          <a:cs typeface="+mn-cs"/>
                        </a:rPr>
                        <a:t>Tampering</a:t>
                      </a:r>
                      <a:endParaRPr lang="en-US" dirty="0"/>
                    </a:p>
                  </a:txBody>
                  <a:tcPr/>
                </a:tc>
                <a:tc>
                  <a:txBody>
                    <a:bodyPr/>
                    <a:lstStyle/>
                    <a:p>
                      <a:pPr marL="0" marR="0" algn="just">
                        <a:buNone/>
                      </a:pPr>
                      <a:r>
                        <a:rPr lang="en-US" sz="900" dirty="0">
                          <a:solidFill>
                            <a:srgbClr val="000000"/>
                          </a:solidFill>
                          <a:effectLst/>
                          <a:latin typeface="Arial" panose="020B0604020202020204" pitchFamily="34" charset="0"/>
                          <a:ea typeface="Arial" panose="020B0604020202020204" pitchFamily="34" charset="0"/>
                        </a:rPr>
                        <a:t>To mitigate this threat, implement proper output encoding and input validation. Use Content Security Policy (CSP) headers to restrict script execution. Sanitize all user input before rendering it in web pages. Use HTTP-only and Secure flags on cookies to prevent theft. Employ web application firewalls (WAF) to detect and block XSS attempts. Regularly perform security testing and code reviews to identify XSS vulnerabilities.</a:t>
                      </a:r>
                      <a:endParaRPr lang="fr-FR" sz="1100" dirty="0">
                        <a:effectLst/>
                        <a:latin typeface="Arial" panose="020B0604020202020204" pitchFamily="34" charset="0"/>
                        <a:ea typeface="Arial" panose="020B0604020202020204" pitchFamily="34" charset="0"/>
                      </a:endParaRPr>
                    </a:p>
                  </a:txBody>
                  <a:tcPr marL="63500" marR="63500" marT="50800" marB="50800" anchor="ctr"/>
                </a:tc>
                <a:extLst>
                  <a:ext uri="{0D108BD9-81ED-4DB2-BD59-A6C34878D82A}">
                    <a16:rowId xmlns:a16="http://schemas.microsoft.com/office/drawing/2014/main" val="67923255"/>
                  </a:ext>
                </a:extLst>
              </a:tr>
              <a:tr h="169545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00" dirty="0"/>
                        <a:t>THREAT06</a:t>
                      </a:r>
                    </a:p>
                    <a:p>
                      <a:endParaRPr lang="en-US" dirty="0"/>
                    </a:p>
                  </a:txBody>
                  <a:tcPr/>
                </a:tc>
                <a:tc>
                  <a:txBody>
                    <a:bodyPr/>
                    <a:lstStyle/>
                    <a:p>
                      <a:r>
                        <a:rPr lang="fr-FR" sz="1200" kern="1200" dirty="0" err="1">
                          <a:solidFill>
                            <a:schemeClr val="dk1"/>
                          </a:solidFill>
                          <a:effectLst/>
                          <a:latin typeface="+mn-lt"/>
                          <a:ea typeface="+mn-ea"/>
                          <a:cs typeface="+mn-cs"/>
                        </a:rPr>
                        <a:t>Elevation</a:t>
                      </a:r>
                      <a:r>
                        <a:rPr lang="fr-FR" sz="1200" kern="1200" dirty="0">
                          <a:solidFill>
                            <a:schemeClr val="dk1"/>
                          </a:solidFill>
                          <a:effectLst/>
                          <a:latin typeface="+mn-lt"/>
                          <a:ea typeface="+mn-ea"/>
                          <a:cs typeface="+mn-cs"/>
                        </a:rPr>
                        <a:t> </a:t>
                      </a:r>
                      <a:r>
                        <a:rPr lang="fr-FR" sz="1200" kern="1200" dirty="0" err="1">
                          <a:solidFill>
                            <a:schemeClr val="dk1"/>
                          </a:solidFill>
                          <a:effectLst/>
                          <a:latin typeface="+mn-lt"/>
                          <a:ea typeface="+mn-ea"/>
                          <a:cs typeface="+mn-cs"/>
                        </a:rPr>
                        <a:t>Using</a:t>
                      </a:r>
                      <a:r>
                        <a:rPr lang="fr-FR" sz="1200" kern="1200" dirty="0">
                          <a:solidFill>
                            <a:schemeClr val="dk1"/>
                          </a:solidFill>
                          <a:effectLst/>
                          <a:latin typeface="+mn-lt"/>
                          <a:ea typeface="+mn-ea"/>
                          <a:cs typeface="+mn-cs"/>
                        </a:rPr>
                        <a:t> </a:t>
                      </a:r>
                      <a:r>
                        <a:rPr lang="fr-FR" sz="1200" kern="1200" dirty="0" err="1">
                          <a:solidFill>
                            <a:schemeClr val="dk1"/>
                          </a:solidFill>
                          <a:effectLst/>
                          <a:latin typeface="+mn-lt"/>
                          <a:ea typeface="+mn-ea"/>
                          <a:cs typeface="+mn-cs"/>
                        </a:rPr>
                        <a:t>Impersonation</a:t>
                      </a:r>
                      <a:endParaRPr lang="en-US" sz="1200" dirty="0"/>
                    </a:p>
                  </a:txBody>
                  <a:tcPr/>
                </a:tc>
                <a:tc>
                  <a:txBody>
                    <a:bodyPr/>
                    <a:lstStyle/>
                    <a:p>
                      <a:pPr marL="0" marR="0" algn="just">
                        <a:buNone/>
                      </a:pPr>
                      <a:r>
                        <a:rPr lang="en-US" sz="900" dirty="0">
                          <a:solidFill>
                            <a:srgbClr val="000000"/>
                          </a:solidFill>
                          <a:effectLst/>
                          <a:latin typeface="Arial" panose="020B0604020202020204" pitchFamily="34" charset="0"/>
                          <a:ea typeface="Arial" panose="020B0604020202020204" pitchFamily="34" charset="0"/>
                        </a:rPr>
                        <a:t>Elevation Using Impersonation occurs when an attacker exploits the web server's ability to impersonate users or services to gain elevated privileges. If the web server runs with high privileges and allows impersonation, an attacker who compromises the server could potentially elevate their access rights beyond what is intended. This could allow unauthorized access to protected resources, administrative functions, or sensitive data that should be restricted.</a:t>
                      </a:r>
                      <a:endParaRPr lang="fr-FR" sz="1100" dirty="0">
                        <a:effectLst/>
                        <a:latin typeface="Arial" panose="020B0604020202020204" pitchFamily="34" charset="0"/>
                        <a:ea typeface="Arial" panose="020B0604020202020204" pitchFamily="34" charset="0"/>
                      </a:endParaRPr>
                    </a:p>
                  </a:txBody>
                  <a:tcPr marL="63500" marR="63500" marT="50800" marB="50800" anchor="ctr"/>
                </a:tc>
                <a:tc>
                  <a:txBody>
                    <a:bodyPr/>
                    <a:lstStyle/>
                    <a:p>
                      <a:pPr algn="ctr"/>
                      <a:r>
                        <a:rPr lang="fr-FR" sz="1800" kern="1200" dirty="0">
                          <a:solidFill>
                            <a:schemeClr val="dk1"/>
                          </a:solidFill>
                          <a:effectLst/>
                          <a:latin typeface="+mn-lt"/>
                          <a:ea typeface="+mn-ea"/>
                          <a:cs typeface="+mn-cs"/>
                        </a:rPr>
                        <a:t>High</a:t>
                      </a:r>
                      <a:endParaRPr lang="en-US" dirty="0"/>
                    </a:p>
                  </a:txBody>
                  <a:tcPr/>
                </a:tc>
                <a:tc>
                  <a:txBody>
                    <a:bodyPr/>
                    <a:lstStyle/>
                    <a:p>
                      <a:pPr algn="ctr"/>
                      <a:r>
                        <a:rPr lang="fr-FR" sz="1800" kern="1200" dirty="0" err="1">
                          <a:solidFill>
                            <a:schemeClr val="dk1"/>
                          </a:solidFill>
                          <a:effectLst/>
                          <a:latin typeface="+mn-lt"/>
                          <a:ea typeface="+mn-ea"/>
                          <a:cs typeface="+mn-cs"/>
                        </a:rPr>
                        <a:t>Elevation</a:t>
                      </a:r>
                      <a:r>
                        <a:rPr lang="fr-FR" sz="1800" kern="1200" dirty="0">
                          <a:solidFill>
                            <a:schemeClr val="dk1"/>
                          </a:solidFill>
                          <a:effectLst/>
                          <a:latin typeface="+mn-lt"/>
                          <a:ea typeface="+mn-ea"/>
                          <a:cs typeface="+mn-cs"/>
                        </a:rPr>
                        <a:t> of </a:t>
                      </a:r>
                      <a:r>
                        <a:rPr lang="fr-FR" sz="1800" kern="1200" dirty="0" err="1">
                          <a:solidFill>
                            <a:schemeClr val="dk1"/>
                          </a:solidFill>
                          <a:effectLst/>
                          <a:latin typeface="+mn-lt"/>
                          <a:ea typeface="+mn-ea"/>
                          <a:cs typeface="+mn-cs"/>
                        </a:rPr>
                        <a:t>Privilege</a:t>
                      </a:r>
                      <a:endParaRPr lang="en-US" dirty="0"/>
                    </a:p>
                  </a:txBody>
                  <a:tcPr/>
                </a:tc>
                <a:tc>
                  <a:txBody>
                    <a:bodyPr/>
                    <a:lstStyle/>
                    <a:p>
                      <a:pPr marL="0" marR="0" algn="just">
                        <a:buNone/>
                      </a:pPr>
                      <a:r>
                        <a:rPr lang="en-US" sz="900" dirty="0">
                          <a:solidFill>
                            <a:srgbClr val="000000"/>
                          </a:solidFill>
                          <a:effectLst/>
                          <a:latin typeface="Arial" panose="020B0604020202020204" pitchFamily="34" charset="0"/>
                          <a:ea typeface="Arial" panose="020B0604020202020204" pitchFamily="34" charset="0"/>
                        </a:rPr>
                        <a:t>To mitigate this threat, run the web server with the minimum necessary privileges (principle of least privilege). Disable impersonation features unless absolutely required. Implement proper authentication and authorization checks at each layer of the application. Use separate service accounts with limited permissions. Monitor and audit all privilege elevation attempts. Implement application-level access controls to verify user permissions before granting access to sensitive resources.</a:t>
                      </a:r>
                      <a:endParaRPr lang="fr-FR" sz="1100" dirty="0">
                        <a:effectLst/>
                        <a:latin typeface="Arial" panose="020B0604020202020204" pitchFamily="34" charset="0"/>
                        <a:ea typeface="Arial" panose="020B0604020202020204" pitchFamily="34" charset="0"/>
                      </a:endParaRPr>
                    </a:p>
                  </a:txBody>
                  <a:tcPr marL="63500" marR="63500" marT="50800" marB="50800" anchor="ctr"/>
                </a:tc>
                <a:extLst>
                  <a:ext uri="{0D108BD9-81ED-4DB2-BD59-A6C34878D82A}">
                    <a16:rowId xmlns:a16="http://schemas.microsoft.com/office/drawing/2014/main" val="1832649443"/>
                  </a:ext>
                </a:extLst>
              </a:tr>
              <a:tr h="202882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00" dirty="0"/>
                        <a:t>THREAT07</a:t>
                      </a:r>
                    </a:p>
                    <a:p>
                      <a:endParaRPr lang="en-US" dirty="0"/>
                    </a:p>
                  </a:txBody>
                  <a:tcPr/>
                </a:tc>
                <a:tc>
                  <a:txBody>
                    <a:bodyPr/>
                    <a:lstStyle/>
                    <a:p>
                      <a:r>
                        <a:rPr lang="en-US" sz="1200" kern="1200" dirty="0">
                          <a:solidFill>
                            <a:schemeClr val="dk1"/>
                          </a:solidFill>
                          <a:effectLst/>
                          <a:latin typeface="+mn-lt"/>
                          <a:ea typeface="+mn-ea"/>
                          <a:cs typeface="+mn-cs"/>
                        </a:rPr>
                        <a:t>Web Server Process Memory Tampering</a:t>
                      </a:r>
                      <a:endParaRPr lang="en-US" sz="1200" dirty="0"/>
                    </a:p>
                  </a:txBody>
                  <a:tcPr/>
                </a:tc>
                <a:tc>
                  <a:txBody>
                    <a:bodyPr/>
                    <a:lstStyle/>
                    <a:p>
                      <a:pPr marL="0" marR="0">
                        <a:buNone/>
                      </a:pPr>
                      <a:r>
                        <a:rPr lang="en-US" sz="900" dirty="0">
                          <a:solidFill>
                            <a:srgbClr val="000000"/>
                          </a:solidFill>
                          <a:effectLst/>
                          <a:latin typeface="Arial" panose="020B0604020202020204" pitchFamily="34" charset="0"/>
                          <a:ea typeface="Arial" panose="020B0604020202020204" pitchFamily="34" charset="0"/>
                        </a:rPr>
                        <a:t>Web Server Process Memory Tampering involves an attacker gaining access to modify the memory space of the web server process. If the web server is compromised, an attacker could potentially manipulate variables, inject malicious code, or alter the execution flow of the application directly in memory. This could bypass security controls, corrupt data integrity, and allow the attacker to execute arbitrary code with the privileges of the web server process.</a:t>
                      </a:r>
                      <a:endParaRPr lang="fr-FR" sz="1100" dirty="0">
                        <a:effectLst/>
                        <a:latin typeface="Arial" panose="020B0604020202020204" pitchFamily="34" charset="0"/>
                        <a:ea typeface="Arial" panose="020B0604020202020204" pitchFamily="34" charset="0"/>
                      </a:endParaRPr>
                    </a:p>
                  </a:txBody>
                  <a:tcPr marL="63500" marR="63500" marT="50800" marB="50800" anchor="ctr"/>
                </a:tc>
                <a:tc>
                  <a:txBody>
                    <a:bodyPr/>
                    <a:lstStyle/>
                    <a:p>
                      <a:pPr algn="ctr"/>
                      <a:r>
                        <a:rPr lang="fr-FR" sz="1800" kern="1200" dirty="0">
                          <a:solidFill>
                            <a:schemeClr val="dk1"/>
                          </a:solidFill>
                          <a:effectLst/>
                          <a:latin typeface="+mn-lt"/>
                          <a:ea typeface="+mn-ea"/>
                          <a:cs typeface="+mn-cs"/>
                        </a:rPr>
                        <a:t>High</a:t>
                      </a:r>
                      <a:endParaRPr lang="en-US"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800" kern="1200" dirty="0" err="1">
                          <a:solidFill>
                            <a:schemeClr val="dk1"/>
                          </a:solidFill>
                          <a:effectLst/>
                          <a:latin typeface="+mn-lt"/>
                          <a:ea typeface="+mn-ea"/>
                          <a:cs typeface="+mn-cs"/>
                        </a:rPr>
                        <a:t>Tampering</a:t>
                      </a:r>
                      <a:endParaRPr lang="en-US" dirty="0"/>
                    </a:p>
                    <a:p>
                      <a:endParaRPr lang="en-US" dirty="0"/>
                    </a:p>
                  </a:txBody>
                  <a:tcPr/>
                </a:tc>
                <a:tc>
                  <a:txBody>
                    <a:bodyPr/>
                    <a:lstStyle/>
                    <a:p>
                      <a:pPr marL="0" marR="0" algn="just">
                        <a:buNone/>
                      </a:pPr>
                      <a:r>
                        <a:rPr lang="en-US" sz="900" dirty="0">
                          <a:solidFill>
                            <a:srgbClr val="000000"/>
                          </a:solidFill>
                          <a:effectLst/>
                          <a:latin typeface="Arial" panose="020B0604020202020204" pitchFamily="34" charset="0"/>
                          <a:ea typeface="Arial" panose="020B0604020202020204" pitchFamily="34" charset="0"/>
                        </a:rPr>
                        <a:t>To mitigate this threat, implement memory protection mechanisms such as Address Space Layout Randomization (ASLR) and Data Execution Prevention (DEP). Keep the web server and all dependencies updated with the latest security patches. Use application sandboxing to isolate the web server process. Implement integrity monitoring to detect unauthorized changes. Deploy intrusion detection systems (IDS) to identify suspicious memory access patterns. Follow secure coding practices to prevent buffer overflow and memory corruption vulnerabilities.</a:t>
                      </a:r>
                      <a:endParaRPr lang="fr-FR" sz="1100" dirty="0">
                        <a:effectLst/>
                        <a:latin typeface="Arial" panose="020B0604020202020204" pitchFamily="34" charset="0"/>
                        <a:ea typeface="Arial" panose="020B0604020202020204" pitchFamily="34" charset="0"/>
                      </a:endParaRPr>
                    </a:p>
                  </a:txBody>
                  <a:tcPr marL="63500" marR="63500" marT="50800" marB="50800" anchor="ctr"/>
                </a:tc>
                <a:extLst>
                  <a:ext uri="{0D108BD9-81ED-4DB2-BD59-A6C34878D82A}">
                    <a16:rowId xmlns:a16="http://schemas.microsoft.com/office/drawing/2014/main" val="133447604"/>
                  </a:ext>
                </a:extLst>
              </a:tr>
              <a:tr h="24390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00" dirty="0"/>
                        <a:t>THREAT08</a:t>
                      </a:r>
                    </a:p>
                    <a:p>
                      <a:endParaRPr lang="en-US" dirty="0"/>
                    </a:p>
                  </a:txBody>
                  <a:tcPr/>
                </a:tc>
                <a:tc>
                  <a:txBody>
                    <a:bodyPr/>
                    <a:lstStyle/>
                    <a:p>
                      <a:r>
                        <a:rPr lang="fr-FR" sz="1200" kern="1200" dirty="0" err="1">
                          <a:solidFill>
                            <a:schemeClr val="dk1"/>
                          </a:solidFill>
                          <a:effectLst/>
                          <a:latin typeface="+mn-lt"/>
                          <a:ea typeface="+mn-ea"/>
                          <a:cs typeface="+mn-cs"/>
                        </a:rPr>
                        <a:t>Elevation</a:t>
                      </a:r>
                      <a:r>
                        <a:rPr lang="fr-FR" sz="1200" kern="1200" dirty="0">
                          <a:solidFill>
                            <a:schemeClr val="dk1"/>
                          </a:solidFill>
                          <a:effectLst/>
                          <a:latin typeface="+mn-lt"/>
                          <a:ea typeface="+mn-ea"/>
                          <a:cs typeface="+mn-cs"/>
                        </a:rPr>
                        <a:t> </a:t>
                      </a:r>
                      <a:r>
                        <a:rPr lang="fr-FR" sz="1200" kern="1200" dirty="0" err="1">
                          <a:solidFill>
                            <a:schemeClr val="dk1"/>
                          </a:solidFill>
                          <a:effectLst/>
                          <a:latin typeface="+mn-lt"/>
                          <a:ea typeface="+mn-ea"/>
                          <a:cs typeface="+mn-cs"/>
                        </a:rPr>
                        <a:t>Using</a:t>
                      </a:r>
                      <a:r>
                        <a:rPr lang="fr-FR" sz="1200" kern="1200" dirty="0">
                          <a:solidFill>
                            <a:schemeClr val="dk1"/>
                          </a:solidFill>
                          <a:effectLst/>
                          <a:latin typeface="+mn-lt"/>
                          <a:ea typeface="+mn-ea"/>
                          <a:cs typeface="+mn-cs"/>
                        </a:rPr>
                        <a:t> </a:t>
                      </a:r>
                      <a:r>
                        <a:rPr lang="fr-FR" sz="1200" kern="1200" dirty="0" err="1">
                          <a:solidFill>
                            <a:schemeClr val="dk1"/>
                          </a:solidFill>
                          <a:effectLst/>
                          <a:latin typeface="+mn-lt"/>
                          <a:ea typeface="+mn-ea"/>
                          <a:cs typeface="+mn-cs"/>
                        </a:rPr>
                        <a:t>Impersonation</a:t>
                      </a:r>
                      <a:endParaRPr lang="en-US" sz="1200" dirty="0"/>
                    </a:p>
                  </a:txBody>
                  <a:tcPr/>
                </a:tc>
                <a:tc>
                  <a:txBody>
                    <a:bodyPr/>
                    <a:lstStyle/>
                    <a:p>
                      <a:pPr marL="0" marR="0">
                        <a:buNone/>
                      </a:pPr>
                      <a:r>
                        <a:rPr lang="en-US" sz="900" dirty="0">
                          <a:solidFill>
                            <a:srgbClr val="000000"/>
                          </a:solidFill>
                          <a:effectLst/>
                          <a:latin typeface="Arial" panose="020B0604020202020204" pitchFamily="34" charset="0"/>
                          <a:ea typeface="Arial" panose="020B0604020202020204" pitchFamily="34" charset="0"/>
                        </a:rPr>
                        <a:t>Elevation Using Impersonation occurs when an attacker exploits the web service's impersonation capabilities to gain elevated privileges. The web service may impersonate calling users to access backend resources, and if not properly configured, this could allow an attacker to escalate their privileges. An attacker who gains control of a low-privilege account could potentially use impersonation to access resources or perform actions that should be restricted to higher-privilege accounts.</a:t>
                      </a:r>
                      <a:endParaRPr lang="fr-FR" sz="1100" dirty="0">
                        <a:effectLst/>
                        <a:latin typeface="Arial" panose="020B0604020202020204" pitchFamily="34" charset="0"/>
                        <a:ea typeface="Arial" panose="020B0604020202020204" pitchFamily="34" charset="0"/>
                      </a:endParaRPr>
                    </a:p>
                  </a:txBody>
                  <a:tcPr marL="63500" marR="63500" marT="50800" marB="50800" anchor="ctr"/>
                </a:tc>
                <a:tc>
                  <a:txBody>
                    <a:bodyPr/>
                    <a:lstStyle/>
                    <a:p>
                      <a:pPr algn="ctr"/>
                      <a:r>
                        <a:rPr lang="fr-FR" sz="1800" kern="1200" dirty="0">
                          <a:solidFill>
                            <a:schemeClr val="dk1"/>
                          </a:solidFill>
                          <a:effectLst/>
                          <a:latin typeface="+mn-lt"/>
                          <a:ea typeface="+mn-ea"/>
                          <a:cs typeface="+mn-cs"/>
                        </a:rPr>
                        <a:t>High</a:t>
                      </a:r>
                      <a:endParaRPr lang="en-US" dirty="0"/>
                    </a:p>
                  </a:txBody>
                  <a:tcPr/>
                </a:tc>
                <a:tc>
                  <a:txBody>
                    <a:bodyPr/>
                    <a:lstStyle/>
                    <a:p>
                      <a:pPr algn="ctr"/>
                      <a:r>
                        <a:rPr lang="en-US" dirty="0"/>
                        <a:t>Elevation of privilege</a:t>
                      </a:r>
                    </a:p>
                  </a:txBody>
                  <a:tcPr/>
                </a:tc>
                <a:tc>
                  <a:txBody>
                    <a:bodyPr/>
                    <a:lstStyle/>
                    <a:p>
                      <a:pPr marL="0" marR="0" algn="just">
                        <a:buNone/>
                      </a:pPr>
                      <a:r>
                        <a:rPr lang="en-US" sz="900" dirty="0">
                          <a:solidFill>
                            <a:srgbClr val="000000"/>
                          </a:solidFill>
                          <a:effectLst/>
                          <a:latin typeface="Arial" panose="020B0604020202020204" pitchFamily="34" charset="0"/>
                          <a:ea typeface="Arial" panose="020B0604020202020204" pitchFamily="34" charset="0"/>
                        </a:rPr>
                        <a:t>To mitigate this threat, carefully review and restrict the use of impersonation in web services. Implement constrained delegation rather than unconstrained delegation. Validate that all impersonation tokens are properly authenticated and authorized. Apply the principle of least privilege to service accounts. Implement robust logging and monitoring of impersonation events. Use Kerberos constrained delegation or resource-based constrained delegation where impersonation is necessary. </a:t>
                      </a:r>
                      <a:r>
                        <a:rPr lang="fr-FR" sz="900" dirty="0" err="1">
                          <a:solidFill>
                            <a:srgbClr val="000000"/>
                          </a:solidFill>
                          <a:effectLst/>
                          <a:latin typeface="Arial" panose="020B0604020202020204" pitchFamily="34" charset="0"/>
                          <a:ea typeface="Arial" panose="020B0604020202020204" pitchFamily="34" charset="0"/>
                        </a:rPr>
                        <a:t>Regularly</a:t>
                      </a:r>
                      <a:r>
                        <a:rPr lang="fr-FR" sz="900" dirty="0">
                          <a:solidFill>
                            <a:srgbClr val="000000"/>
                          </a:solidFill>
                          <a:effectLst/>
                          <a:latin typeface="Arial" panose="020B0604020202020204" pitchFamily="34" charset="0"/>
                          <a:ea typeface="Arial" panose="020B0604020202020204" pitchFamily="34" charset="0"/>
                        </a:rPr>
                        <a:t> audit service </a:t>
                      </a:r>
                      <a:r>
                        <a:rPr lang="fr-FR" sz="900" dirty="0" err="1">
                          <a:solidFill>
                            <a:srgbClr val="000000"/>
                          </a:solidFill>
                          <a:effectLst/>
                          <a:latin typeface="Arial" panose="020B0604020202020204" pitchFamily="34" charset="0"/>
                          <a:ea typeface="Arial" panose="020B0604020202020204" pitchFamily="34" charset="0"/>
                        </a:rPr>
                        <a:t>account</a:t>
                      </a:r>
                      <a:r>
                        <a:rPr lang="fr-FR" sz="900" dirty="0">
                          <a:solidFill>
                            <a:srgbClr val="000000"/>
                          </a:solidFill>
                          <a:effectLst/>
                          <a:latin typeface="Arial" panose="020B0604020202020204" pitchFamily="34" charset="0"/>
                          <a:ea typeface="Arial" panose="020B0604020202020204" pitchFamily="34" charset="0"/>
                        </a:rPr>
                        <a:t> permissions and </a:t>
                      </a:r>
                      <a:r>
                        <a:rPr lang="fr-FR" sz="900" dirty="0" err="1">
                          <a:solidFill>
                            <a:srgbClr val="000000"/>
                          </a:solidFill>
                          <a:effectLst/>
                          <a:latin typeface="Arial" panose="020B0604020202020204" pitchFamily="34" charset="0"/>
                          <a:ea typeface="Arial" panose="020B0604020202020204" pitchFamily="34" charset="0"/>
                        </a:rPr>
                        <a:t>impersonation</a:t>
                      </a:r>
                      <a:r>
                        <a:rPr lang="fr-FR" sz="900" dirty="0">
                          <a:solidFill>
                            <a:srgbClr val="000000"/>
                          </a:solidFill>
                          <a:effectLst/>
                          <a:latin typeface="Arial" panose="020B0604020202020204" pitchFamily="34" charset="0"/>
                          <a:ea typeface="Arial" panose="020B0604020202020204" pitchFamily="34" charset="0"/>
                        </a:rPr>
                        <a:t> configurations.</a:t>
                      </a:r>
                      <a:endParaRPr lang="fr-FR" sz="1100" dirty="0">
                        <a:effectLst/>
                        <a:latin typeface="Arial" panose="020B0604020202020204" pitchFamily="34" charset="0"/>
                        <a:ea typeface="Arial" panose="020B0604020202020204" pitchFamily="34" charset="0"/>
                      </a:endParaRPr>
                    </a:p>
                  </a:txBody>
                  <a:tcPr marL="63500" marR="63500" marT="50800" marB="50800" anchor="ctr"/>
                </a:tc>
                <a:extLst>
                  <a:ext uri="{0D108BD9-81ED-4DB2-BD59-A6C34878D82A}">
                    <a16:rowId xmlns:a16="http://schemas.microsoft.com/office/drawing/2014/main" val="234135157"/>
                  </a:ext>
                </a:extLst>
              </a:tr>
            </a:tbl>
          </a:graphicData>
        </a:graphic>
      </p:graphicFrame>
    </p:spTree>
    <p:extLst>
      <p:ext uri="{BB962C8B-B14F-4D97-AF65-F5344CB8AC3E}">
        <p14:creationId xmlns:p14="http://schemas.microsoft.com/office/powerpoint/2010/main" val="14238524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CAEE93-8585-46D4-A7EC-F184E317CB2E}"/>
              </a:ext>
            </a:extLst>
          </p:cNvPr>
          <p:cNvSpPr>
            <a:spLocks noGrp="1"/>
          </p:cNvSpPr>
          <p:nvPr>
            <p:ph type="title" idx="4294967295"/>
          </p:nvPr>
        </p:nvSpPr>
        <p:spPr>
          <a:xfrm>
            <a:off x="4209022" y="2469436"/>
            <a:ext cx="3438525" cy="914400"/>
          </a:xfrm>
        </p:spPr>
        <p:txBody>
          <a:bodyPr>
            <a:normAutofit/>
          </a:bodyPr>
          <a:lstStyle/>
          <a:p>
            <a:pPr algn="ctr"/>
            <a:r>
              <a:rPr lang="en-US" dirty="0">
                <a:solidFill>
                  <a:schemeClr val="accent1">
                    <a:lumMod val="60000"/>
                    <a:lumOff val="40000"/>
                  </a:schemeClr>
                </a:solidFill>
              </a:rPr>
              <a:t>Thank you</a:t>
            </a:r>
          </a:p>
        </p:txBody>
      </p:sp>
    </p:spTree>
    <p:extLst>
      <p:ext uri="{BB962C8B-B14F-4D97-AF65-F5344CB8AC3E}">
        <p14:creationId xmlns:p14="http://schemas.microsoft.com/office/powerpoint/2010/main" val="2436493926"/>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Integral">
  <a:themeElements>
    <a:clrScheme name="Integral">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B9F25"/>
      </a:hlink>
      <a:folHlink>
        <a:srgbClr val="B26B02"/>
      </a:folHlink>
    </a:clrScheme>
    <a:fontScheme name="Integral">
      <a:majorFont>
        <a:latin typeface="Tw Cen MT Condensed" panose="020B0606020104020203"/>
        <a:ea typeface=""/>
        <a:cs typeface=""/>
        <a:font script="Grek" typeface="Calibri"/>
        <a:font script="Cyrl" typeface="Calibri"/>
        <a:font script="Jpan" typeface="メイリオ"/>
        <a:font script="Hang" typeface="HY얕은샘물M"/>
        <a:font script="Hans" typeface="华文仿宋"/>
        <a:font script="Hant" typeface="微軟正黑體"/>
        <a:font script="Arab" typeface="Arial"/>
        <a:font script="Hebr" typeface="Levenim MT"/>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w Cen MT" panose="020B0602020104020603"/>
        <a:ea typeface=""/>
        <a:cs typeface=""/>
        <a:font script="Grek" typeface="Calibri"/>
        <a:font script="Cyrl" typeface="Calibri"/>
        <a:font script="Jpan" typeface="メイリオ"/>
        <a:font script="Hang" typeface="HY얕은샘물M"/>
        <a:font script="Hans" typeface="华文仿宋"/>
        <a:font script="Hant" typeface="微軟正黑體"/>
        <a:font script="Arab" typeface="Arial"/>
        <a:font script="Hebr" typeface="Levenim MT"/>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Integral">
      <a:fillStyleLst>
        <a:solidFill>
          <a:schemeClr val="phClr"/>
        </a:solidFill>
        <a:gradFill rotWithShape="1">
          <a:gsLst>
            <a:gs pos="0">
              <a:schemeClr val="phClr">
                <a:tint val="83000"/>
                <a:satMod val="100000"/>
                <a:lumMod val="100000"/>
              </a:schemeClr>
            </a:gs>
            <a:gs pos="100000">
              <a:schemeClr val="phClr">
                <a:tint val="61000"/>
                <a:satMod val="150000"/>
                <a:lumMod val="100000"/>
              </a:schemeClr>
            </a:gs>
          </a:gsLst>
          <a:path path="circle">
            <a:fillToRect l="100000" t="100000" r="100000" b="100000"/>
          </a:path>
        </a:gradFill>
        <a:gradFill rotWithShape="1">
          <a:gsLst>
            <a:gs pos="0">
              <a:schemeClr val="phClr">
                <a:tint val="100000"/>
                <a:shade val="85000"/>
                <a:satMod val="100000"/>
                <a:lumMod val="100000"/>
              </a:schemeClr>
            </a:gs>
            <a:gs pos="100000">
              <a:schemeClr val="phClr">
                <a:tint val="90000"/>
                <a:shade val="100000"/>
                <a:satMod val="150000"/>
                <a:lumMod val="100000"/>
              </a:schemeClr>
            </a:gs>
          </a:gsLst>
          <a:path path="circle">
            <a:fillToRect l="100000" t="100000" r="100000" b="100000"/>
          </a:path>
        </a:gradFill>
      </a:fillStyleLst>
      <a:lnStyleLst>
        <a:ln w="9525" cap="flat" cmpd="sng" algn="ctr">
          <a:solidFill>
            <a:schemeClr val="phClr"/>
          </a:solidFill>
          <a:prstDash val="solid"/>
        </a:ln>
        <a:ln w="15875"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outerShdw blurRad="50800" dist="12700" dir="5400000" algn="ctr" rotWithShape="0">
              <a:srgbClr val="000000">
                <a:alpha val="50000"/>
              </a:srgbClr>
            </a:outerShdw>
          </a:effectLst>
        </a:effectStyle>
        <a:effectStyle>
          <a:effectLst>
            <a:outerShdw blurRad="76200" dist="25400" dir="5400000" algn="ctr" rotWithShape="0">
              <a:srgbClr val="000000">
                <a:alpha val="60000"/>
              </a:srgbClr>
            </a:outerShdw>
          </a:effectLst>
          <a:scene3d>
            <a:camera prst="orthographicFront">
              <a:rot lat="0" lon="0" rev="0"/>
            </a:camera>
            <a:lightRig rig="flat" dir="t">
              <a:rot lat="0" lon="0" rev="3600000"/>
            </a:lightRig>
          </a:scene3d>
          <a:sp3d contourW="12700" prstMaterial="flat">
            <a:bevelT w="38100" h="44450" prst="angle"/>
            <a:contourClr>
              <a:schemeClr val="phClr">
                <a:shade val="35000"/>
                <a:satMod val="160000"/>
              </a:schemeClr>
            </a:contourClr>
          </a:sp3d>
        </a:effectStyle>
      </a:effectStyleLst>
      <a:bgFillStyleLst>
        <a:solidFill>
          <a:schemeClr val="phClr"/>
        </a:solidFill>
        <a:solidFill>
          <a:schemeClr val="phClr">
            <a:tint val="95000"/>
            <a:shade val="85000"/>
            <a:satMod val="125000"/>
          </a:schemeClr>
        </a:solidFill>
        <a:blipFill rotWithShape="1">
          <a:blip xmlns:r="http://schemas.openxmlformats.org/officeDocument/2006/relationships" r:embed="rId1">
            <a:duotone>
              <a:schemeClr val="phClr">
                <a:tint val="95000"/>
                <a:shade val="74000"/>
                <a:satMod val="230000"/>
              </a:schemeClr>
              <a:schemeClr val="phClr">
                <a:tint val="92000"/>
                <a:shade val="69000"/>
                <a:satMod val="250000"/>
              </a:schemeClr>
            </a:duotone>
          </a:blip>
          <a:tile tx="0" ty="0" sx="40000" sy="40000" flip="none" algn="tl"/>
        </a:blipFill>
      </a:bgFillStyleLst>
    </a:fmtScheme>
  </a:themeElements>
  <a:objectDefaults/>
  <a:extraClrSchemeLst/>
  <a:extLst>
    <a:ext uri="{05A4C25C-085E-4340-85A3-A5531E510DB2}">
      <thm15:themeFamily xmlns:thm15="http://schemas.microsoft.com/office/thememl/2012/main" name="Integral" id="{3577F8C9-A904-41D8-97D2-FD898F53F20E}" vid="{682D6EBE-8D36-4FF2-9DB3-F3D8D7B6715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1" ma:contentTypeDescription="Create a new document." ma:contentTypeScope="" ma:versionID="64dfb1555687e0874b4304b796b5b0c7">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e6e4c555b5e194d05b7203de9c4567b3"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element ref="ns1:_ip_UnifiedCompliancePolicyProperties" minOccurs="0"/>
                <xsd:element ref="ns1:_ip_UnifiedCompliancePolicyUIAction" minOccurs="0"/>
                <xsd:element ref="ns2:Image" minOccurs="0"/>
                <xsd:element ref="ns4:TaxCatchAll" minOccurs="0"/>
                <xsd:element ref="ns2:ImageTagsTaxHTField"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xsd:simpleType>
        <xsd:restriction base="dms:Note"/>
      </xsd:simpleType>
    </xsd:element>
    <xsd:element name="_ip_UnifiedCompliancePolicyUIAction" ma:index="21"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element name="Image" ma:index="22" nillable="true" ma:displayName="Image" ma:format="Image" ma:internalName="Image">
      <xsd:complexType>
        <xsd:complexContent>
          <xsd:extension base="dms:URL">
            <xsd:sequence>
              <xsd:element name="Url" type="dms:ValidUrl" minOccurs="0" nillable="true"/>
              <xsd:element name="Description" type="xsd:string" nillable="true"/>
            </xsd:sequence>
          </xsd:extension>
        </xsd:complexContent>
      </xsd:complex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MediaServiceKeyPoints xmlns="71af3243-3dd4-4a8d-8c0d-dd76da1f02a5"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4BD9B850-33FE-43D9-B469-C12FCA4960F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3656D043-63BC-4A94-9887-A7B1B2C84769}">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customXml/itemProps3.xml><?xml version="1.0" encoding="utf-8"?>
<ds:datastoreItem xmlns:ds="http://schemas.openxmlformats.org/officeDocument/2006/customXml" ds:itemID="{D622CF4D-9565-4B86-A8C6-169590EAEBFC}">
  <ds:schemaRefs>
    <ds:schemaRef ds:uri="http://schemas.microsoft.com/sharepoint/v3/contenttype/forms"/>
  </ds:schemaRefs>
</ds:datastoreItem>
</file>

<file path=docMetadata/LabelInfo.xml><?xml version="1.0" encoding="utf-8"?>
<clbl:labelList xmlns:clbl="http://schemas.microsoft.com/office/2020/mipLabelMetadata">
  <clbl:label id="{f42aa342-8706-4288-bd11-ebb85995028c}" enabled="1" method="Standard" siteId="{72f988bf-86f1-41af-91ab-2d7cd011db47}" removed="0"/>
</clbl:labelList>
</file>

<file path=docProps/app.xml><?xml version="1.0" encoding="utf-8"?>
<Properties xmlns="http://schemas.openxmlformats.org/officeDocument/2006/extended-properties" xmlns:vt="http://schemas.openxmlformats.org/officeDocument/2006/docPropsVTypes">
  <Template>Integral</Template>
  <TotalTime>2999</TotalTime>
  <Words>1711</Words>
  <Application>Microsoft Office PowerPoint</Application>
  <PresentationFormat>Grand écran</PresentationFormat>
  <Paragraphs>119</Paragraphs>
  <Slides>10</Slides>
  <Notes>0</Notes>
  <HiddenSlides>0</HiddenSlides>
  <MMClips>0</MMClips>
  <ScaleCrop>false</ScaleCrop>
  <HeadingPairs>
    <vt:vector size="6" baseType="variant">
      <vt:variant>
        <vt:lpstr>Polices utilisées</vt:lpstr>
      </vt:variant>
      <vt:variant>
        <vt:i4>6</vt:i4>
      </vt:variant>
      <vt:variant>
        <vt:lpstr>Thème</vt:lpstr>
      </vt:variant>
      <vt:variant>
        <vt:i4>1</vt:i4>
      </vt:variant>
      <vt:variant>
        <vt:lpstr>Titres des diapositives</vt:lpstr>
      </vt:variant>
      <vt:variant>
        <vt:i4>10</vt:i4>
      </vt:variant>
    </vt:vector>
  </HeadingPairs>
  <TitlesOfParts>
    <vt:vector size="17" baseType="lpstr">
      <vt:lpstr>Arial</vt:lpstr>
      <vt:lpstr>Calibri</vt:lpstr>
      <vt:lpstr>Elephant Pro</vt:lpstr>
      <vt:lpstr>Tw Cen MT</vt:lpstr>
      <vt:lpstr>Tw Cen MT Condensed</vt:lpstr>
      <vt:lpstr>Wingdings 3</vt:lpstr>
      <vt:lpstr>Integral</vt:lpstr>
      <vt:lpstr>STAN CONSORTIUM Security Architecture review (SAR) Summary Report</vt:lpstr>
      <vt:lpstr>Agenda</vt:lpstr>
      <vt:lpstr>Project scope</vt:lpstr>
      <vt:lpstr>Project summary</vt:lpstr>
      <vt:lpstr>Project Architecture</vt:lpstr>
      <vt:lpstr>Application component details</vt:lpstr>
      <vt:lpstr>Data flow diagram</vt:lpstr>
      <vt:lpstr>Présentation PowerPoint</vt:lpstr>
      <vt:lpstr>Présentation PowerPoint</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Dummy SAR Summary Report</dc:title>
  <dc:creator>Harsimran Singh</dc:creator>
  <cp:lastModifiedBy>stans diop</cp:lastModifiedBy>
  <cp:revision>12</cp:revision>
  <dcterms:created xsi:type="dcterms:W3CDTF">2023-03-07T17:08:57Z</dcterms:created>
  <dcterms:modified xsi:type="dcterms:W3CDTF">2026-02-03T11:24:24Z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